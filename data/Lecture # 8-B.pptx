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64" r:id="rId2"/>
    <p:sldId id="265" r:id="rId3"/>
    <p:sldId id="267" r:id="rId4"/>
    <p:sldId id="268" r:id="rId5"/>
    <p:sldId id="269" r:id="rId6"/>
    <p:sldId id="270" r:id="rId7"/>
    <p:sldId id="27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71" d="100"/>
          <a:sy n="71" d="100"/>
        </p:scale>
        <p:origin x="121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 Akbar" userId="7ad23ff2803fa24b" providerId="LiveId" clId="{C4351933-2A4C-47CB-9427-2FB4092BE455}"/>
    <pc:docChg chg="delSld">
      <pc:chgData name="Ali Akbar" userId="7ad23ff2803fa24b" providerId="LiveId" clId="{C4351933-2A4C-47CB-9427-2FB4092BE455}" dt="2025-12-15T10:57:13.266" v="7" actId="47"/>
      <pc:docMkLst>
        <pc:docMk/>
      </pc:docMkLst>
      <pc:sldChg chg="del">
        <pc:chgData name="Ali Akbar" userId="7ad23ff2803fa24b" providerId="LiveId" clId="{C4351933-2A4C-47CB-9427-2FB4092BE455}" dt="2025-12-15T10:57:00.783" v="1" actId="47"/>
        <pc:sldMkLst>
          <pc:docMk/>
          <pc:sldMk cId="1993298906" sldId="256"/>
        </pc:sldMkLst>
      </pc:sldChg>
      <pc:sldChg chg="del">
        <pc:chgData name="Ali Akbar" userId="7ad23ff2803fa24b" providerId="LiveId" clId="{C4351933-2A4C-47CB-9427-2FB4092BE455}" dt="2025-12-15T10:57:01.803" v="2" actId="47"/>
        <pc:sldMkLst>
          <pc:docMk/>
          <pc:sldMk cId="112557499" sldId="257"/>
        </pc:sldMkLst>
      </pc:sldChg>
      <pc:sldChg chg="del">
        <pc:chgData name="Ali Akbar" userId="7ad23ff2803fa24b" providerId="LiveId" clId="{C4351933-2A4C-47CB-9427-2FB4092BE455}" dt="2025-12-15T10:57:02.905" v="3" actId="47"/>
        <pc:sldMkLst>
          <pc:docMk/>
          <pc:sldMk cId="4182393042" sldId="258"/>
        </pc:sldMkLst>
      </pc:sldChg>
      <pc:sldChg chg="del">
        <pc:chgData name="Ali Akbar" userId="7ad23ff2803fa24b" providerId="LiveId" clId="{C4351933-2A4C-47CB-9427-2FB4092BE455}" dt="2025-12-15T10:57:03.986" v="4" actId="47"/>
        <pc:sldMkLst>
          <pc:docMk/>
          <pc:sldMk cId="1552088763" sldId="259"/>
        </pc:sldMkLst>
      </pc:sldChg>
      <pc:sldChg chg="del">
        <pc:chgData name="Ali Akbar" userId="7ad23ff2803fa24b" providerId="LiveId" clId="{C4351933-2A4C-47CB-9427-2FB4092BE455}" dt="2025-12-15T10:57:06.301" v="5" actId="47"/>
        <pc:sldMkLst>
          <pc:docMk/>
          <pc:sldMk cId="1989977459" sldId="260"/>
        </pc:sldMkLst>
      </pc:sldChg>
      <pc:sldChg chg="del">
        <pc:chgData name="Ali Akbar" userId="7ad23ff2803fa24b" providerId="LiveId" clId="{C4351933-2A4C-47CB-9427-2FB4092BE455}" dt="2025-12-15T10:57:08.789" v="6" actId="47"/>
        <pc:sldMkLst>
          <pc:docMk/>
          <pc:sldMk cId="3627167028" sldId="261"/>
        </pc:sldMkLst>
      </pc:sldChg>
      <pc:sldChg chg="del">
        <pc:chgData name="Ali Akbar" userId="7ad23ff2803fa24b" providerId="LiveId" clId="{C4351933-2A4C-47CB-9427-2FB4092BE455}" dt="2025-12-15T10:57:13.266" v="7" actId="47"/>
        <pc:sldMkLst>
          <pc:docMk/>
          <pc:sldMk cId="1735754846" sldId="262"/>
        </pc:sldMkLst>
      </pc:sldChg>
      <pc:sldChg chg="del">
        <pc:chgData name="Ali Akbar" userId="7ad23ff2803fa24b" providerId="LiveId" clId="{C4351933-2A4C-47CB-9427-2FB4092BE455}" dt="2025-12-15T10:56:54.990" v="0" actId="47"/>
        <pc:sldMkLst>
          <pc:docMk/>
          <pc:sldMk cId="3286808953" sldId="263"/>
        </pc:sldMkLst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A1D414-A500-4D31-9C6B-9B790B05AC2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1B45B8C-BD0F-47C3-85A5-986176DF6A06}">
      <dgm:prSet/>
      <dgm:spPr/>
      <dgm:t>
        <a:bodyPr/>
        <a:lstStyle/>
        <a:p>
          <a:r>
            <a:rPr lang="en-US" b="1" i="0" baseline="0"/>
            <a:t>Comparison-Based Algorithms:</a:t>
          </a:r>
          <a:endParaRPr lang="en-US"/>
        </a:p>
      </dgm:t>
    </dgm:pt>
    <dgm:pt modelId="{2FFF0FAE-4276-4238-A7C9-E0F938FF3D1B}" type="parTrans" cxnId="{F647B3E4-E646-4832-9F5A-2E655C2796B4}">
      <dgm:prSet/>
      <dgm:spPr/>
      <dgm:t>
        <a:bodyPr/>
        <a:lstStyle/>
        <a:p>
          <a:endParaRPr lang="en-US"/>
        </a:p>
      </dgm:t>
    </dgm:pt>
    <dgm:pt modelId="{F3CBDA77-330A-4547-A037-689AF1083FAD}" type="sibTrans" cxnId="{F647B3E4-E646-4832-9F5A-2E655C2796B4}">
      <dgm:prSet/>
      <dgm:spPr/>
      <dgm:t>
        <a:bodyPr/>
        <a:lstStyle/>
        <a:p>
          <a:endParaRPr lang="en-US"/>
        </a:p>
      </dgm:t>
    </dgm:pt>
    <dgm:pt modelId="{91BAFEA6-C6BE-4A0D-9E03-AAAA28B623E5}">
      <dgm:prSet/>
      <dgm:spPr/>
      <dgm:t>
        <a:bodyPr/>
        <a:lstStyle/>
        <a:p>
          <a:r>
            <a:rPr lang="en-US" b="0" i="0" baseline="0"/>
            <a:t>Operate similarly to traditional sort algorithms.</a:t>
          </a:r>
          <a:endParaRPr lang="en-US"/>
        </a:p>
      </dgm:t>
    </dgm:pt>
    <dgm:pt modelId="{57CF952F-9591-4FEF-BB1B-63DABAF1CBC0}" type="parTrans" cxnId="{8FE2A6FB-BB3C-4A2B-A202-F5BE52B45FD9}">
      <dgm:prSet/>
      <dgm:spPr/>
      <dgm:t>
        <a:bodyPr/>
        <a:lstStyle/>
        <a:p>
          <a:endParaRPr lang="en-US"/>
        </a:p>
      </dgm:t>
    </dgm:pt>
    <dgm:pt modelId="{7737A628-BFFD-49D8-B809-237BDF7766EE}" type="sibTrans" cxnId="{8FE2A6FB-BB3C-4A2B-A202-F5BE52B45FD9}">
      <dgm:prSet/>
      <dgm:spPr/>
      <dgm:t>
        <a:bodyPr/>
        <a:lstStyle/>
        <a:p>
          <a:endParaRPr lang="en-US"/>
        </a:p>
      </dgm:t>
    </dgm:pt>
    <dgm:pt modelId="{BC0BD930-5F38-4396-AE93-C51CAF4A9255}">
      <dgm:prSet/>
      <dgm:spPr/>
      <dgm:t>
        <a:bodyPr/>
        <a:lstStyle/>
        <a:p>
          <a:r>
            <a:rPr lang="en-US" b="0" i="0" baseline="0"/>
            <a:t>Examples:</a:t>
          </a:r>
          <a:endParaRPr lang="en-US"/>
        </a:p>
      </dgm:t>
    </dgm:pt>
    <dgm:pt modelId="{111091DA-FB41-4D80-BBD1-F4012009A24D}" type="parTrans" cxnId="{1B4EAB71-03E1-46AC-91AE-DF1C99D47246}">
      <dgm:prSet/>
      <dgm:spPr/>
      <dgm:t>
        <a:bodyPr/>
        <a:lstStyle/>
        <a:p>
          <a:endParaRPr lang="en-US"/>
        </a:p>
      </dgm:t>
    </dgm:pt>
    <dgm:pt modelId="{C255DB4C-614A-47A0-BF56-EC054A4C1D7E}" type="sibTrans" cxnId="{1B4EAB71-03E1-46AC-91AE-DF1C99D47246}">
      <dgm:prSet/>
      <dgm:spPr/>
      <dgm:t>
        <a:bodyPr/>
        <a:lstStyle/>
        <a:p>
          <a:endParaRPr lang="en-US"/>
        </a:p>
      </dgm:t>
    </dgm:pt>
    <dgm:pt modelId="{35824C74-B822-4F23-A670-4842B25B1C88}">
      <dgm:prSet/>
      <dgm:spPr/>
      <dgm:t>
        <a:bodyPr/>
        <a:lstStyle/>
        <a:p>
          <a:r>
            <a:rPr lang="en-US" b="0" i="0" baseline="0"/>
            <a:t>Parallel Merge Sort</a:t>
          </a:r>
          <a:endParaRPr lang="en-US"/>
        </a:p>
      </dgm:t>
    </dgm:pt>
    <dgm:pt modelId="{18BB072E-74C7-40FC-99AD-D9CDA564DBB6}" type="parTrans" cxnId="{60C621B7-857D-48C7-A610-4DC817ABBC49}">
      <dgm:prSet/>
      <dgm:spPr/>
      <dgm:t>
        <a:bodyPr/>
        <a:lstStyle/>
        <a:p>
          <a:endParaRPr lang="en-US"/>
        </a:p>
      </dgm:t>
    </dgm:pt>
    <dgm:pt modelId="{1D5D73E3-999D-48DB-B714-77AA9D297486}" type="sibTrans" cxnId="{60C621B7-857D-48C7-A610-4DC817ABBC49}">
      <dgm:prSet/>
      <dgm:spPr/>
      <dgm:t>
        <a:bodyPr/>
        <a:lstStyle/>
        <a:p>
          <a:endParaRPr lang="en-US"/>
        </a:p>
      </dgm:t>
    </dgm:pt>
    <dgm:pt modelId="{E749AD2F-DF8D-4AFF-A458-D7A7E0495465}">
      <dgm:prSet/>
      <dgm:spPr/>
      <dgm:t>
        <a:bodyPr/>
        <a:lstStyle/>
        <a:p>
          <a:r>
            <a:rPr lang="en-US" b="0" i="0" baseline="0"/>
            <a:t>Parallel QuickSort</a:t>
          </a:r>
          <a:endParaRPr lang="en-US"/>
        </a:p>
      </dgm:t>
    </dgm:pt>
    <dgm:pt modelId="{D101532F-B668-4932-870C-9F6903331D2D}" type="parTrans" cxnId="{F8EBCF0A-6067-4A71-800D-146C2FE848F8}">
      <dgm:prSet/>
      <dgm:spPr/>
      <dgm:t>
        <a:bodyPr/>
        <a:lstStyle/>
        <a:p>
          <a:endParaRPr lang="en-US"/>
        </a:p>
      </dgm:t>
    </dgm:pt>
    <dgm:pt modelId="{2C3C9521-ECE5-4B11-A0EB-E8482E93FDEE}" type="sibTrans" cxnId="{F8EBCF0A-6067-4A71-800D-146C2FE848F8}">
      <dgm:prSet/>
      <dgm:spPr/>
      <dgm:t>
        <a:bodyPr/>
        <a:lstStyle/>
        <a:p>
          <a:endParaRPr lang="en-US"/>
        </a:p>
      </dgm:t>
    </dgm:pt>
    <dgm:pt modelId="{162A94C1-AE7F-4244-A94D-7876766417D7}">
      <dgm:prSet/>
      <dgm:spPr/>
      <dgm:t>
        <a:bodyPr/>
        <a:lstStyle/>
        <a:p>
          <a:r>
            <a:rPr lang="en-US" b="0" i="0" baseline="0"/>
            <a:t>Bitonic Sort</a:t>
          </a:r>
          <a:endParaRPr lang="en-US"/>
        </a:p>
      </dgm:t>
    </dgm:pt>
    <dgm:pt modelId="{0CE5C7E0-D8F2-4517-AF70-DB42519B20C0}" type="parTrans" cxnId="{32E8FCD5-1E19-4A31-ACF2-F9F6D6E3414D}">
      <dgm:prSet/>
      <dgm:spPr/>
      <dgm:t>
        <a:bodyPr/>
        <a:lstStyle/>
        <a:p>
          <a:endParaRPr lang="en-US"/>
        </a:p>
      </dgm:t>
    </dgm:pt>
    <dgm:pt modelId="{672B3E31-890F-41DD-9910-7DF96E18DB20}" type="sibTrans" cxnId="{32E8FCD5-1E19-4A31-ACF2-F9F6D6E3414D}">
      <dgm:prSet/>
      <dgm:spPr/>
      <dgm:t>
        <a:bodyPr/>
        <a:lstStyle/>
        <a:p>
          <a:endParaRPr lang="en-US"/>
        </a:p>
      </dgm:t>
    </dgm:pt>
    <dgm:pt modelId="{79EED6AC-E656-46CA-9E70-790B3168E6BF}">
      <dgm:prSet/>
      <dgm:spPr/>
      <dgm:t>
        <a:bodyPr/>
        <a:lstStyle/>
        <a:p>
          <a:r>
            <a:rPr lang="en-US" b="0" i="0" baseline="0"/>
            <a:t>Sample Sort</a:t>
          </a:r>
          <a:endParaRPr lang="en-US"/>
        </a:p>
      </dgm:t>
    </dgm:pt>
    <dgm:pt modelId="{A9333485-8029-4461-AD86-924B2E46C69C}" type="parTrans" cxnId="{94884D47-CC08-41C1-A29D-F231B3D61FDC}">
      <dgm:prSet/>
      <dgm:spPr/>
      <dgm:t>
        <a:bodyPr/>
        <a:lstStyle/>
        <a:p>
          <a:endParaRPr lang="en-US"/>
        </a:p>
      </dgm:t>
    </dgm:pt>
    <dgm:pt modelId="{986F71D5-2B28-408D-BB2C-C13E3E8A9EFC}" type="sibTrans" cxnId="{94884D47-CC08-41C1-A29D-F231B3D61FDC}">
      <dgm:prSet/>
      <dgm:spPr/>
      <dgm:t>
        <a:bodyPr/>
        <a:lstStyle/>
        <a:p>
          <a:endParaRPr lang="en-US"/>
        </a:p>
      </dgm:t>
    </dgm:pt>
    <dgm:pt modelId="{DDE90DCA-1633-48D3-BA0A-731DD05751D4}">
      <dgm:prSet/>
      <dgm:spPr/>
      <dgm:t>
        <a:bodyPr/>
        <a:lstStyle/>
        <a:p>
          <a:r>
            <a:rPr lang="en-US" b="1" i="0" baseline="0"/>
            <a:t>Non-Comparison-Based Algorithms:</a:t>
          </a:r>
          <a:endParaRPr lang="en-US"/>
        </a:p>
      </dgm:t>
    </dgm:pt>
    <dgm:pt modelId="{6BFE33EB-BC17-4DEC-86DA-D7C5CB7DAF82}" type="parTrans" cxnId="{CE7A4F60-703A-4271-B989-AA0A87FBA2AC}">
      <dgm:prSet/>
      <dgm:spPr/>
      <dgm:t>
        <a:bodyPr/>
        <a:lstStyle/>
        <a:p>
          <a:endParaRPr lang="en-US"/>
        </a:p>
      </dgm:t>
    </dgm:pt>
    <dgm:pt modelId="{89266DF5-77F8-4F43-A806-E161970646D9}" type="sibTrans" cxnId="{CE7A4F60-703A-4271-B989-AA0A87FBA2AC}">
      <dgm:prSet/>
      <dgm:spPr/>
      <dgm:t>
        <a:bodyPr/>
        <a:lstStyle/>
        <a:p>
          <a:endParaRPr lang="en-US"/>
        </a:p>
      </dgm:t>
    </dgm:pt>
    <dgm:pt modelId="{836A80EA-94E3-480C-B158-B518EA3AC8B7}">
      <dgm:prSet/>
      <dgm:spPr/>
      <dgm:t>
        <a:bodyPr/>
        <a:lstStyle/>
        <a:p>
          <a:pPr marL="171450" indent="0" algn="just"/>
          <a:r>
            <a:rPr lang="en-US" b="0" i="0" baseline="0" dirty="0"/>
            <a:t>Use data characteristics (e.g., value ranges, bit representations).</a:t>
          </a:r>
          <a:endParaRPr lang="en-US" dirty="0"/>
        </a:p>
      </dgm:t>
    </dgm:pt>
    <dgm:pt modelId="{62075FF0-AB9B-4AF7-9BE4-6E156F7C2534}" type="parTrans" cxnId="{F55FAF98-7D4B-46E1-9F54-843F969BD462}">
      <dgm:prSet/>
      <dgm:spPr/>
      <dgm:t>
        <a:bodyPr/>
        <a:lstStyle/>
        <a:p>
          <a:endParaRPr lang="en-US"/>
        </a:p>
      </dgm:t>
    </dgm:pt>
    <dgm:pt modelId="{3E9049E7-54F3-47E6-9D6A-50769D11A153}" type="sibTrans" cxnId="{F55FAF98-7D4B-46E1-9F54-843F969BD462}">
      <dgm:prSet/>
      <dgm:spPr/>
      <dgm:t>
        <a:bodyPr/>
        <a:lstStyle/>
        <a:p>
          <a:endParaRPr lang="en-US"/>
        </a:p>
      </dgm:t>
    </dgm:pt>
    <dgm:pt modelId="{BF7C7BFD-E32A-4715-94BC-79F96F981371}">
      <dgm:prSet/>
      <dgm:spPr/>
      <dgm:t>
        <a:bodyPr/>
        <a:lstStyle/>
        <a:p>
          <a:pPr marL="573088" indent="-231775" algn="l"/>
          <a:r>
            <a:rPr lang="en-US" b="0" i="0" baseline="0" dirty="0"/>
            <a:t>Parallel Radix Sort</a:t>
          </a:r>
          <a:endParaRPr lang="en-US" dirty="0"/>
        </a:p>
      </dgm:t>
    </dgm:pt>
    <dgm:pt modelId="{F4A0E22D-1DFD-4497-B84B-B7460DF06AC8}" type="parTrans" cxnId="{E1B2D5CA-49BE-4DE9-80B1-C82210BA0DD4}">
      <dgm:prSet/>
      <dgm:spPr/>
      <dgm:t>
        <a:bodyPr/>
        <a:lstStyle/>
        <a:p>
          <a:endParaRPr lang="en-US"/>
        </a:p>
      </dgm:t>
    </dgm:pt>
    <dgm:pt modelId="{3B93BACA-EDF4-449B-90DB-B9AB18EB1263}" type="sibTrans" cxnId="{E1B2D5CA-49BE-4DE9-80B1-C82210BA0DD4}">
      <dgm:prSet/>
      <dgm:spPr/>
      <dgm:t>
        <a:bodyPr/>
        <a:lstStyle/>
        <a:p>
          <a:endParaRPr lang="en-US"/>
        </a:p>
      </dgm:t>
    </dgm:pt>
    <dgm:pt modelId="{09847D3C-2DC8-481B-ADA2-B8F28E60DA8C}">
      <dgm:prSet/>
      <dgm:spPr/>
      <dgm:t>
        <a:bodyPr/>
        <a:lstStyle/>
        <a:p>
          <a:pPr marL="573088" indent="-231775" algn="l"/>
          <a:r>
            <a:rPr lang="en-US" b="0" i="0" baseline="0" dirty="0"/>
            <a:t>Counting Sort (for integer data)</a:t>
          </a:r>
          <a:endParaRPr lang="en-US" dirty="0"/>
        </a:p>
      </dgm:t>
    </dgm:pt>
    <dgm:pt modelId="{E8F44FCD-9193-4F3D-9019-D3C1DE7E32AB}" type="parTrans" cxnId="{B92FA3CF-BDD2-4CC9-957E-A78F7B568C4A}">
      <dgm:prSet/>
      <dgm:spPr/>
      <dgm:t>
        <a:bodyPr/>
        <a:lstStyle/>
        <a:p>
          <a:endParaRPr lang="en-US"/>
        </a:p>
      </dgm:t>
    </dgm:pt>
    <dgm:pt modelId="{9FDE2C90-8590-417E-84F5-98DA4586DF10}" type="sibTrans" cxnId="{B92FA3CF-BDD2-4CC9-957E-A78F7B568C4A}">
      <dgm:prSet/>
      <dgm:spPr/>
      <dgm:t>
        <a:bodyPr/>
        <a:lstStyle/>
        <a:p>
          <a:endParaRPr lang="en-US"/>
        </a:p>
      </dgm:t>
    </dgm:pt>
    <dgm:pt modelId="{21BC427A-D29C-4B00-93D8-E71049ECD5A3}">
      <dgm:prSet/>
      <dgm:spPr/>
      <dgm:t>
        <a:bodyPr/>
        <a:lstStyle/>
        <a:p>
          <a:pPr marL="573088" indent="-231775" algn="l"/>
          <a:r>
            <a:rPr lang="en-US" b="0" i="0" baseline="0" dirty="0"/>
            <a:t>Bucket Sort</a:t>
          </a:r>
          <a:endParaRPr lang="en-US" dirty="0"/>
        </a:p>
      </dgm:t>
    </dgm:pt>
    <dgm:pt modelId="{AE55A0A1-2421-4DD4-A521-5CDBCD9AA1FA}" type="parTrans" cxnId="{69C37673-12C7-46FC-9D21-1539A4C4E5EF}">
      <dgm:prSet/>
      <dgm:spPr/>
      <dgm:t>
        <a:bodyPr/>
        <a:lstStyle/>
        <a:p>
          <a:endParaRPr lang="en-US"/>
        </a:p>
      </dgm:t>
    </dgm:pt>
    <dgm:pt modelId="{683E3AE8-A3BC-4CA2-AEEF-F4E9A55659FF}" type="sibTrans" cxnId="{69C37673-12C7-46FC-9D21-1539A4C4E5EF}">
      <dgm:prSet/>
      <dgm:spPr/>
      <dgm:t>
        <a:bodyPr/>
        <a:lstStyle/>
        <a:p>
          <a:endParaRPr lang="en-US"/>
        </a:p>
      </dgm:t>
    </dgm:pt>
    <dgm:pt modelId="{0041558B-7986-49C5-A80B-347CAD4A6DB1}">
      <dgm:prSet/>
      <dgm:spPr/>
      <dgm:t>
        <a:bodyPr/>
        <a:lstStyle/>
        <a:p>
          <a:pPr marL="171450" indent="0" algn="l"/>
          <a:r>
            <a:rPr lang="en-US" b="0" i="0" baseline="0" dirty="0"/>
            <a:t>Examples:</a:t>
          </a:r>
          <a:endParaRPr lang="en-US" dirty="0"/>
        </a:p>
      </dgm:t>
    </dgm:pt>
    <dgm:pt modelId="{D5326357-E310-43E9-9046-11E035ACAC87}" type="parTrans" cxnId="{8DE961EB-FA4D-48EA-80B2-CC52263EC420}">
      <dgm:prSet/>
      <dgm:spPr/>
      <dgm:t>
        <a:bodyPr/>
        <a:lstStyle/>
        <a:p>
          <a:endParaRPr lang="en-US"/>
        </a:p>
      </dgm:t>
    </dgm:pt>
    <dgm:pt modelId="{AA1CC56F-425E-48C5-A303-25F58BBCAB83}" type="sibTrans" cxnId="{8DE961EB-FA4D-48EA-80B2-CC52263EC420}">
      <dgm:prSet/>
      <dgm:spPr/>
      <dgm:t>
        <a:bodyPr/>
        <a:lstStyle/>
        <a:p>
          <a:endParaRPr lang="en-US"/>
        </a:p>
      </dgm:t>
    </dgm:pt>
    <dgm:pt modelId="{117B3FC6-D6EE-42B3-B0CD-716A1E101304}" type="pres">
      <dgm:prSet presAssocID="{32A1D414-A500-4D31-9C6B-9B790B05AC25}" presName="linear" presStyleCnt="0">
        <dgm:presLayoutVars>
          <dgm:animLvl val="lvl"/>
          <dgm:resizeHandles val="exact"/>
        </dgm:presLayoutVars>
      </dgm:prSet>
      <dgm:spPr/>
    </dgm:pt>
    <dgm:pt modelId="{AE3CA166-12EC-41ED-B9F8-EF7FEF1ADA5E}" type="pres">
      <dgm:prSet presAssocID="{31B45B8C-BD0F-47C3-85A5-986176DF6A0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9A6EE3C-8FE5-4C82-B34B-8EA622D584F8}" type="pres">
      <dgm:prSet presAssocID="{31B45B8C-BD0F-47C3-85A5-986176DF6A06}" presName="childText" presStyleLbl="revTx" presStyleIdx="0" presStyleCnt="2">
        <dgm:presLayoutVars>
          <dgm:bulletEnabled val="1"/>
        </dgm:presLayoutVars>
      </dgm:prSet>
      <dgm:spPr/>
    </dgm:pt>
    <dgm:pt modelId="{9F5805CD-9C57-4186-A86A-9139926E5562}" type="pres">
      <dgm:prSet presAssocID="{DDE90DCA-1633-48D3-BA0A-731DD05751D4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7B139B8-A292-46A2-BFA3-76BC3EAC89A0}" type="pres">
      <dgm:prSet presAssocID="{DDE90DCA-1633-48D3-BA0A-731DD05751D4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76683A00-8C85-44CE-A404-B579A9777135}" type="presOf" srcId="{162A94C1-AE7F-4244-A94D-7876766417D7}" destId="{C9A6EE3C-8FE5-4C82-B34B-8EA622D584F8}" srcOrd="0" destOrd="4" presId="urn:microsoft.com/office/officeart/2005/8/layout/vList2"/>
    <dgm:cxn modelId="{E4DEAA06-A85E-4847-B382-E7DB4222B875}" type="presOf" srcId="{0041558B-7986-49C5-A80B-347CAD4A6DB1}" destId="{57B139B8-A292-46A2-BFA3-76BC3EAC89A0}" srcOrd="0" destOrd="1" presId="urn:microsoft.com/office/officeart/2005/8/layout/vList2"/>
    <dgm:cxn modelId="{F8EBCF0A-6067-4A71-800D-146C2FE848F8}" srcId="{BC0BD930-5F38-4396-AE93-C51CAF4A9255}" destId="{E749AD2F-DF8D-4AFF-A458-D7A7E0495465}" srcOrd="1" destOrd="0" parTransId="{D101532F-B668-4932-870C-9F6903331D2D}" sibTransId="{2C3C9521-ECE5-4B11-A0EB-E8482E93FDEE}"/>
    <dgm:cxn modelId="{02AD450B-E198-417F-B59B-2DE88C4E62BC}" type="presOf" srcId="{91BAFEA6-C6BE-4A0D-9E03-AAAA28B623E5}" destId="{C9A6EE3C-8FE5-4C82-B34B-8EA622D584F8}" srcOrd="0" destOrd="0" presId="urn:microsoft.com/office/officeart/2005/8/layout/vList2"/>
    <dgm:cxn modelId="{394BFC1D-5F1C-45D0-911E-894DA2D2D41F}" type="presOf" srcId="{BC0BD930-5F38-4396-AE93-C51CAF4A9255}" destId="{C9A6EE3C-8FE5-4C82-B34B-8EA622D584F8}" srcOrd="0" destOrd="1" presId="urn:microsoft.com/office/officeart/2005/8/layout/vList2"/>
    <dgm:cxn modelId="{37687421-7E09-4007-87F7-4037AB61954E}" type="presOf" srcId="{35824C74-B822-4F23-A670-4842B25B1C88}" destId="{C9A6EE3C-8FE5-4C82-B34B-8EA622D584F8}" srcOrd="0" destOrd="2" presId="urn:microsoft.com/office/officeart/2005/8/layout/vList2"/>
    <dgm:cxn modelId="{CE7A4F60-703A-4271-B989-AA0A87FBA2AC}" srcId="{32A1D414-A500-4D31-9C6B-9B790B05AC25}" destId="{DDE90DCA-1633-48D3-BA0A-731DD05751D4}" srcOrd="1" destOrd="0" parTransId="{6BFE33EB-BC17-4DEC-86DA-D7C5CB7DAF82}" sibTransId="{89266DF5-77F8-4F43-A806-E161970646D9}"/>
    <dgm:cxn modelId="{ED33C761-1277-4803-9338-8DF0277EC9A7}" type="presOf" srcId="{09847D3C-2DC8-481B-ADA2-B8F28E60DA8C}" destId="{57B139B8-A292-46A2-BFA3-76BC3EAC89A0}" srcOrd="0" destOrd="3" presId="urn:microsoft.com/office/officeart/2005/8/layout/vList2"/>
    <dgm:cxn modelId="{94884D47-CC08-41C1-A29D-F231B3D61FDC}" srcId="{BC0BD930-5F38-4396-AE93-C51CAF4A9255}" destId="{79EED6AC-E656-46CA-9E70-790B3168E6BF}" srcOrd="3" destOrd="0" parTransId="{A9333485-8029-4461-AD86-924B2E46C69C}" sibTransId="{986F71D5-2B28-408D-BB2C-C13E3E8A9EFC}"/>
    <dgm:cxn modelId="{1B4EAB71-03E1-46AC-91AE-DF1C99D47246}" srcId="{31B45B8C-BD0F-47C3-85A5-986176DF6A06}" destId="{BC0BD930-5F38-4396-AE93-C51CAF4A9255}" srcOrd="1" destOrd="0" parTransId="{111091DA-FB41-4D80-BBD1-F4012009A24D}" sibTransId="{C255DB4C-614A-47A0-BF56-EC054A4C1D7E}"/>
    <dgm:cxn modelId="{69C37673-12C7-46FC-9D21-1539A4C4E5EF}" srcId="{DDE90DCA-1633-48D3-BA0A-731DD05751D4}" destId="{21BC427A-D29C-4B00-93D8-E71049ECD5A3}" srcOrd="4" destOrd="0" parTransId="{AE55A0A1-2421-4DD4-A521-5CDBCD9AA1FA}" sibTransId="{683E3AE8-A3BC-4CA2-AEEF-F4E9A55659FF}"/>
    <dgm:cxn modelId="{A9133159-1577-4516-8A73-D6E8C27E51F3}" type="presOf" srcId="{32A1D414-A500-4D31-9C6B-9B790B05AC25}" destId="{117B3FC6-D6EE-42B3-B0CD-716A1E101304}" srcOrd="0" destOrd="0" presId="urn:microsoft.com/office/officeart/2005/8/layout/vList2"/>
    <dgm:cxn modelId="{4363EC8F-84E8-4081-B79D-B99A6C28CAC8}" type="presOf" srcId="{DDE90DCA-1633-48D3-BA0A-731DD05751D4}" destId="{9F5805CD-9C57-4186-A86A-9139926E5562}" srcOrd="0" destOrd="0" presId="urn:microsoft.com/office/officeart/2005/8/layout/vList2"/>
    <dgm:cxn modelId="{F55FAF98-7D4B-46E1-9F54-843F969BD462}" srcId="{DDE90DCA-1633-48D3-BA0A-731DD05751D4}" destId="{836A80EA-94E3-480C-B158-B518EA3AC8B7}" srcOrd="0" destOrd="0" parTransId="{62075FF0-AB9B-4AF7-9BE4-6E156F7C2534}" sibTransId="{3E9049E7-54F3-47E6-9D6A-50769D11A153}"/>
    <dgm:cxn modelId="{5024EC9D-0323-4311-B026-C0D26EA6A63E}" type="presOf" srcId="{BF7C7BFD-E32A-4715-94BC-79F96F981371}" destId="{57B139B8-A292-46A2-BFA3-76BC3EAC89A0}" srcOrd="0" destOrd="2" presId="urn:microsoft.com/office/officeart/2005/8/layout/vList2"/>
    <dgm:cxn modelId="{60C621B7-857D-48C7-A610-4DC817ABBC49}" srcId="{BC0BD930-5F38-4396-AE93-C51CAF4A9255}" destId="{35824C74-B822-4F23-A670-4842B25B1C88}" srcOrd="0" destOrd="0" parTransId="{18BB072E-74C7-40FC-99AD-D9CDA564DBB6}" sibTransId="{1D5D73E3-999D-48DB-B714-77AA9D297486}"/>
    <dgm:cxn modelId="{42C0F3B7-D575-417F-8BFB-FC5946D0F7AC}" type="presOf" srcId="{31B45B8C-BD0F-47C3-85A5-986176DF6A06}" destId="{AE3CA166-12EC-41ED-B9F8-EF7FEF1ADA5E}" srcOrd="0" destOrd="0" presId="urn:microsoft.com/office/officeart/2005/8/layout/vList2"/>
    <dgm:cxn modelId="{CDEC0AC5-858F-41B2-BDAC-BAF75A639FB1}" type="presOf" srcId="{79EED6AC-E656-46CA-9E70-790B3168E6BF}" destId="{C9A6EE3C-8FE5-4C82-B34B-8EA622D584F8}" srcOrd="0" destOrd="5" presId="urn:microsoft.com/office/officeart/2005/8/layout/vList2"/>
    <dgm:cxn modelId="{63D783C5-8A3A-4AA3-B7E3-68A58DCAB6AC}" type="presOf" srcId="{E749AD2F-DF8D-4AFF-A458-D7A7E0495465}" destId="{C9A6EE3C-8FE5-4C82-B34B-8EA622D584F8}" srcOrd="0" destOrd="3" presId="urn:microsoft.com/office/officeart/2005/8/layout/vList2"/>
    <dgm:cxn modelId="{E73EF2C6-3447-4A59-BE0E-809A061716B6}" type="presOf" srcId="{836A80EA-94E3-480C-B158-B518EA3AC8B7}" destId="{57B139B8-A292-46A2-BFA3-76BC3EAC89A0}" srcOrd="0" destOrd="0" presId="urn:microsoft.com/office/officeart/2005/8/layout/vList2"/>
    <dgm:cxn modelId="{E1B2D5CA-49BE-4DE9-80B1-C82210BA0DD4}" srcId="{DDE90DCA-1633-48D3-BA0A-731DD05751D4}" destId="{BF7C7BFD-E32A-4715-94BC-79F96F981371}" srcOrd="2" destOrd="0" parTransId="{F4A0E22D-1DFD-4497-B84B-B7460DF06AC8}" sibTransId="{3B93BACA-EDF4-449B-90DB-B9AB18EB1263}"/>
    <dgm:cxn modelId="{B92FA3CF-BDD2-4CC9-957E-A78F7B568C4A}" srcId="{DDE90DCA-1633-48D3-BA0A-731DD05751D4}" destId="{09847D3C-2DC8-481B-ADA2-B8F28E60DA8C}" srcOrd="3" destOrd="0" parTransId="{E8F44FCD-9193-4F3D-9019-D3C1DE7E32AB}" sibTransId="{9FDE2C90-8590-417E-84F5-98DA4586DF10}"/>
    <dgm:cxn modelId="{32E8FCD5-1E19-4A31-ACF2-F9F6D6E3414D}" srcId="{BC0BD930-5F38-4396-AE93-C51CAF4A9255}" destId="{162A94C1-AE7F-4244-A94D-7876766417D7}" srcOrd="2" destOrd="0" parTransId="{0CE5C7E0-D8F2-4517-AF70-DB42519B20C0}" sibTransId="{672B3E31-890F-41DD-9910-7DF96E18DB20}"/>
    <dgm:cxn modelId="{72A6F6DF-E135-428B-9B49-87FEF1749222}" type="presOf" srcId="{21BC427A-D29C-4B00-93D8-E71049ECD5A3}" destId="{57B139B8-A292-46A2-BFA3-76BC3EAC89A0}" srcOrd="0" destOrd="4" presId="urn:microsoft.com/office/officeart/2005/8/layout/vList2"/>
    <dgm:cxn modelId="{F647B3E4-E646-4832-9F5A-2E655C2796B4}" srcId="{32A1D414-A500-4D31-9C6B-9B790B05AC25}" destId="{31B45B8C-BD0F-47C3-85A5-986176DF6A06}" srcOrd="0" destOrd="0" parTransId="{2FFF0FAE-4276-4238-A7C9-E0F938FF3D1B}" sibTransId="{F3CBDA77-330A-4547-A037-689AF1083FAD}"/>
    <dgm:cxn modelId="{8DE961EB-FA4D-48EA-80B2-CC52263EC420}" srcId="{DDE90DCA-1633-48D3-BA0A-731DD05751D4}" destId="{0041558B-7986-49C5-A80B-347CAD4A6DB1}" srcOrd="1" destOrd="0" parTransId="{D5326357-E310-43E9-9046-11E035ACAC87}" sibTransId="{AA1CC56F-425E-48C5-A303-25F58BBCAB83}"/>
    <dgm:cxn modelId="{8FE2A6FB-BB3C-4A2B-A202-F5BE52B45FD9}" srcId="{31B45B8C-BD0F-47C3-85A5-986176DF6A06}" destId="{91BAFEA6-C6BE-4A0D-9E03-AAAA28B623E5}" srcOrd="0" destOrd="0" parTransId="{57CF952F-9591-4FEF-BB1B-63DABAF1CBC0}" sibTransId="{7737A628-BFFD-49D8-B809-237BDF7766EE}"/>
    <dgm:cxn modelId="{7596BBDD-E99A-4DC5-8663-A4125B6E6CAB}" type="presParOf" srcId="{117B3FC6-D6EE-42B3-B0CD-716A1E101304}" destId="{AE3CA166-12EC-41ED-B9F8-EF7FEF1ADA5E}" srcOrd="0" destOrd="0" presId="urn:microsoft.com/office/officeart/2005/8/layout/vList2"/>
    <dgm:cxn modelId="{B62E3A79-A618-4028-9358-520276053F32}" type="presParOf" srcId="{117B3FC6-D6EE-42B3-B0CD-716A1E101304}" destId="{C9A6EE3C-8FE5-4C82-B34B-8EA622D584F8}" srcOrd="1" destOrd="0" presId="urn:microsoft.com/office/officeart/2005/8/layout/vList2"/>
    <dgm:cxn modelId="{437B3DEA-81D8-4784-ADD3-4D49EFBA499A}" type="presParOf" srcId="{117B3FC6-D6EE-42B3-B0CD-716A1E101304}" destId="{9F5805CD-9C57-4186-A86A-9139926E5562}" srcOrd="2" destOrd="0" presId="urn:microsoft.com/office/officeart/2005/8/layout/vList2"/>
    <dgm:cxn modelId="{EECAFD51-F144-4FD2-B180-5B934031ABDE}" type="presParOf" srcId="{117B3FC6-D6EE-42B3-B0CD-716A1E101304}" destId="{57B139B8-A292-46A2-BFA3-76BC3EAC89A0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0FE1E55-73F4-47D1-A707-635F5C64E4E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4EEB62D-13C7-4BBC-BE2D-BED4C9D3034B}">
      <dgm:prSet/>
      <dgm:spPr/>
      <dgm:t>
        <a:bodyPr/>
        <a:lstStyle/>
        <a:p>
          <a:r>
            <a:rPr lang="en-US" b="1" i="0" baseline="0"/>
            <a:t>Small Datasets / Few Processors:</a:t>
          </a:r>
          <a:r>
            <a:rPr lang="en-US" b="0" i="0" baseline="0"/>
            <a:t> Parallel Merge Sort or QuickSort</a:t>
          </a:r>
          <a:endParaRPr lang="en-US"/>
        </a:p>
      </dgm:t>
    </dgm:pt>
    <dgm:pt modelId="{F96629F2-392C-46B5-BE1A-B0908DB215DB}" type="parTrans" cxnId="{3897F50A-0886-4527-B122-838C19E72E24}">
      <dgm:prSet/>
      <dgm:spPr/>
      <dgm:t>
        <a:bodyPr/>
        <a:lstStyle/>
        <a:p>
          <a:endParaRPr lang="en-US"/>
        </a:p>
      </dgm:t>
    </dgm:pt>
    <dgm:pt modelId="{468040A0-90ED-4E7B-880A-A47C4794A24D}" type="sibTrans" cxnId="{3897F50A-0886-4527-B122-838C19E72E24}">
      <dgm:prSet/>
      <dgm:spPr/>
      <dgm:t>
        <a:bodyPr/>
        <a:lstStyle/>
        <a:p>
          <a:endParaRPr lang="en-US"/>
        </a:p>
      </dgm:t>
    </dgm:pt>
    <dgm:pt modelId="{7EBDA6CD-BAE2-4590-B239-7F898868B122}">
      <dgm:prSet/>
      <dgm:spPr/>
      <dgm:t>
        <a:bodyPr/>
        <a:lstStyle/>
        <a:p>
          <a:r>
            <a:rPr lang="en-US" b="1" i="0" baseline="0"/>
            <a:t>Sorted Input / Fixed Patterns:</a:t>
          </a:r>
          <a:r>
            <a:rPr lang="en-US" b="0" i="0" baseline="0"/>
            <a:t> Bitonic Sort</a:t>
          </a:r>
          <a:endParaRPr lang="en-US"/>
        </a:p>
      </dgm:t>
    </dgm:pt>
    <dgm:pt modelId="{4FC8277F-211D-4FFF-BF60-909030C25EE7}" type="parTrans" cxnId="{3C4D7112-3197-48FA-A035-EC28D574E782}">
      <dgm:prSet/>
      <dgm:spPr/>
      <dgm:t>
        <a:bodyPr/>
        <a:lstStyle/>
        <a:p>
          <a:endParaRPr lang="en-US"/>
        </a:p>
      </dgm:t>
    </dgm:pt>
    <dgm:pt modelId="{8A7E1D29-F2F5-4EEE-BA41-FD8B4656FBFC}" type="sibTrans" cxnId="{3C4D7112-3197-48FA-A035-EC28D574E782}">
      <dgm:prSet/>
      <dgm:spPr/>
      <dgm:t>
        <a:bodyPr/>
        <a:lstStyle/>
        <a:p>
          <a:endParaRPr lang="en-US"/>
        </a:p>
      </dgm:t>
    </dgm:pt>
    <dgm:pt modelId="{1CF0CBE2-9E14-4ADB-9315-4C9403EA8F7F}">
      <dgm:prSet/>
      <dgm:spPr/>
      <dgm:t>
        <a:bodyPr/>
        <a:lstStyle/>
        <a:p>
          <a:r>
            <a:rPr lang="en-US" b="1" i="0" baseline="0"/>
            <a:t>Numeric Input / GPU Systems:</a:t>
          </a:r>
          <a:r>
            <a:rPr lang="en-US" b="0" i="0" baseline="0"/>
            <a:t> Radix Sort</a:t>
          </a:r>
          <a:endParaRPr lang="en-US"/>
        </a:p>
      </dgm:t>
    </dgm:pt>
    <dgm:pt modelId="{C3701182-A059-4981-B55D-094EF64DB672}" type="parTrans" cxnId="{3E748D69-D05B-4759-A2DD-CE0EC9D91478}">
      <dgm:prSet/>
      <dgm:spPr/>
      <dgm:t>
        <a:bodyPr/>
        <a:lstStyle/>
        <a:p>
          <a:endParaRPr lang="en-US"/>
        </a:p>
      </dgm:t>
    </dgm:pt>
    <dgm:pt modelId="{6E715319-4AB2-4AEA-8953-0C66F95D5C2B}" type="sibTrans" cxnId="{3E748D69-D05B-4759-A2DD-CE0EC9D91478}">
      <dgm:prSet/>
      <dgm:spPr/>
      <dgm:t>
        <a:bodyPr/>
        <a:lstStyle/>
        <a:p>
          <a:endParaRPr lang="en-US"/>
        </a:p>
      </dgm:t>
    </dgm:pt>
    <dgm:pt modelId="{D3200686-1D93-4009-BFC0-F583664C67A8}">
      <dgm:prSet/>
      <dgm:spPr/>
      <dgm:t>
        <a:bodyPr/>
        <a:lstStyle/>
        <a:p>
          <a:r>
            <a:rPr lang="en-US" b="1" i="0" baseline="0"/>
            <a:t>Massive Datasets in Clusters:</a:t>
          </a:r>
          <a:r>
            <a:rPr lang="en-US" b="0" i="0" baseline="0"/>
            <a:t> Sample Sort with MPI</a:t>
          </a:r>
          <a:endParaRPr lang="en-US"/>
        </a:p>
      </dgm:t>
    </dgm:pt>
    <dgm:pt modelId="{C224E332-0B8B-4019-8E09-D6D56C025599}" type="parTrans" cxnId="{6C85CD25-0229-456A-BAF4-C13E817947FD}">
      <dgm:prSet/>
      <dgm:spPr/>
      <dgm:t>
        <a:bodyPr/>
        <a:lstStyle/>
        <a:p>
          <a:endParaRPr lang="en-US"/>
        </a:p>
      </dgm:t>
    </dgm:pt>
    <dgm:pt modelId="{38E2152E-04F5-4F6D-84C5-ED9E5E76A45A}" type="sibTrans" cxnId="{6C85CD25-0229-456A-BAF4-C13E817947FD}">
      <dgm:prSet/>
      <dgm:spPr/>
      <dgm:t>
        <a:bodyPr/>
        <a:lstStyle/>
        <a:p>
          <a:endParaRPr lang="en-US"/>
        </a:p>
      </dgm:t>
    </dgm:pt>
    <dgm:pt modelId="{59292728-3E45-43AF-8FD0-2F3D5E9C2EEA}" type="pres">
      <dgm:prSet presAssocID="{60FE1E55-73F4-47D1-A707-635F5C64E4EA}" presName="linear" presStyleCnt="0">
        <dgm:presLayoutVars>
          <dgm:animLvl val="lvl"/>
          <dgm:resizeHandles val="exact"/>
        </dgm:presLayoutVars>
      </dgm:prSet>
      <dgm:spPr/>
    </dgm:pt>
    <dgm:pt modelId="{C427C1C8-BA3E-4C3E-B2C3-AE2A920BC39B}" type="pres">
      <dgm:prSet presAssocID="{D4EEB62D-13C7-4BBC-BE2D-BED4C9D3034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DE9CA1C-6055-4B24-A268-B8BA2DCFAE7C}" type="pres">
      <dgm:prSet presAssocID="{468040A0-90ED-4E7B-880A-A47C4794A24D}" presName="spacer" presStyleCnt="0"/>
      <dgm:spPr/>
    </dgm:pt>
    <dgm:pt modelId="{B620D10D-5961-4ADD-83E3-AE2022F8705F}" type="pres">
      <dgm:prSet presAssocID="{7EBDA6CD-BAE2-4590-B239-7F898868B12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0170CAE-4A91-4537-B33F-8C12D80460BC}" type="pres">
      <dgm:prSet presAssocID="{8A7E1D29-F2F5-4EEE-BA41-FD8B4656FBFC}" presName="spacer" presStyleCnt="0"/>
      <dgm:spPr/>
    </dgm:pt>
    <dgm:pt modelId="{AABF241C-85F7-463C-BA5B-61BD05BAFD3A}" type="pres">
      <dgm:prSet presAssocID="{1CF0CBE2-9E14-4ADB-9315-4C9403EA8F7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899D986-C652-4D41-ADEB-3E30453CCD1A}" type="pres">
      <dgm:prSet presAssocID="{6E715319-4AB2-4AEA-8953-0C66F95D5C2B}" presName="spacer" presStyleCnt="0"/>
      <dgm:spPr/>
    </dgm:pt>
    <dgm:pt modelId="{A3FD0DDE-8D35-4A34-9AE1-07756DA294EE}" type="pres">
      <dgm:prSet presAssocID="{D3200686-1D93-4009-BFC0-F583664C67A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897F50A-0886-4527-B122-838C19E72E24}" srcId="{60FE1E55-73F4-47D1-A707-635F5C64E4EA}" destId="{D4EEB62D-13C7-4BBC-BE2D-BED4C9D3034B}" srcOrd="0" destOrd="0" parTransId="{F96629F2-392C-46B5-BE1A-B0908DB215DB}" sibTransId="{468040A0-90ED-4E7B-880A-A47C4794A24D}"/>
    <dgm:cxn modelId="{3C4D7112-3197-48FA-A035-EC28D574E782}" srcId="{60FE1E55-73F4-47D1-A707-635F5C64E4EA}" destId="{7EBDA6CD-BAE2-4590-B239-7F898868B122}" srcOrd="1" destOrd="0" parTransId="{4FC8277F-211D-4FFF-BF60-909030C25EE7}" sibTransId="{8A7E1D29-F2F5-4EEE-BA41-FD8B4656FBFC}"/>
    <dgm:cxn modelId="{6C85CD25-0229-456A-BAF4-C13E817947FD}" srcId="{60FE1E55-73F4-47D1-A707-635F5C64E4EA}" destId="{D3200686-1D93-4009-BFC0-F583664C67A8}" srcOrd="3" destOrd="0" parTransId="{C224E332-0B8B-4019-8E09-D6D56C025599}" sibTransId="{38E2152E-04F5-4F6D-84C5-ED9E5E76A45A}"/>
    <dgm:cxn modelId="{FC0B5F2D-3157-459C-9262-AEBF12144446}" type="presOf" srcId="{D3200686-1D93-4009-BFC0-F583664C67A8}" destId="{A3FD0DDE-8D35-4A34-9AE1-07756DA294EE}" srcOrd="0" destOrd="0" presId="urn:microsoft.com/office/officeart/2005/8/layout/vList2"/>
    <dgm:cxn modelId="{B4245765-5627-4EBA-AF56-B70B57E3389B}" type="presOf" srcId="{7EBDA6CD-BAE2-4590-B239-7F898868B122}" destId="{B620D10D-5961-4ADD-83E3-AE2022F8705F}" srcOrd="0" destOrd="0" presId="urn:microsoft.com/office/officeart/2005/8/layout/vList2"/>
    <dgm:cxn modelId="{3E748D69-D05B-4759-A2DD-CE0EC9D91478}" srcId="{60FE1E55-73F4-47D1-A707-635F5C64E4EA}" destId="{1CF0CBE2-9E14-4ADB-9315-4C9403EA8F7F}" srcOrd="2" destOrd="0" parTransId="{C3701182-A059-4981-B55D-094EF64DB672}" sibTransId="{6E715319-4AB2-4AEA-8953-0C66F95D5C2B}"/>
    <dgm:cxn modelId="{F5DD5884-8F95-470F-B951-DC5744E26ECD}" type="presOf" srcId="{D4EEB62D-13C7-4BBC-BE2D-BED4C9D3034B}" destId="{C427C1C8-BA3E-4C3E-B2C3-AE2A920BC39B}" srcOrd="0" destOrd="0" presId="urn:microsoft.com/office/officeart/2005/8/layout/vList2"/>
    <dgm:cxn modelId="{8DE82FB5-0D48-40B1-92CB-C02430F846EF}" type="presOf" srcId="{1CF0CBE2-9E14-4ADB-9315-4C9403EA8F7F}" destId="{AABF241C-85F7-463C-BA5B-61BD05BAFD3A}" srcOrd="0" destOrd="0" presId="urn:microsoft.com/office/officeart/2005/8/layout/vList2"/>
    <dgm:cxn modelId="{79D7C0D7-4453-4296-83F6-8A33F4BEC55E}" type="presOf" srcId="{60FE1E55-73F4-47D1-A707-635F5C64E4EA}" destId="{59292728-3E45-43AF-8FD0-2F3D5E9C2EEA}" srcOrd="0" destOrd="0" presId="urn:microsoft.com/office/officeart/2005/8/layout/vList2"/>
    <dgm:cxn modelId="{36B0BF7C-BA25-4586-A8DA-5036941C99F0}" type="presParOf" srcId="{59292728-3E45-43AF-8FD0-2F3D5E9C2EEA}" destId="{C427C1C8-BA3E-4C3E-B2C3-AE2A920BC39B}" srcOrd="0" destOrd="0" presId="urn:microsoft.com/office/officeart/2005/8/layout/vList2"/>
    <dgm:cxn modelId="{1F57BE15-1122-4CB5-B94D-179266A4073C}" type="presParOf" srcId="{59292728-3E45-43AF-8FD0-2F3D5E9C2EEA}" destId="{8DE9CA1C-6055-4B24-A268-B8BA2DCFAE7C}" srcOrd="1" destOrd="0" presId="urn:microsoft.com/office/officeart/2005/8/layout/vList2"/>
    <dgm:cxn modelId="{CFDD085E-2111-4E04-9A53-B05C27E20003}" type="presParOf" srcId="{59292728-3E45-43AF-8FD0-2F3D5E9C2EEA}" destId="{B620D10D-5961-4ADD-83E3-AE2022F8705F}" srcOrd="2" destOrd="0" presId="urn:microsoft.com/office/officeart/2005/8/layout/vList2"/>
    <dgm:cxn modelId="{F4069F6C-AF8A-4A01-A1DE-FBE6F79F414B}" type="presParOf" srcId="{59292728-3E45-43AF-8FD0-2F3D5E9C2EEA}" destId="{C0170CAE-4A91-4537-B33F-8C12D80460BC}" srcOrd="3" destOrd="0" presId="urn:microsoft.com/office/officeart/2005/8/layout/vList2"/>
    <dgm:cxn modelId="{2700B01C-68C5-4181-BF59-0C7D0E08D71B}" type="presParOf" srcId="{59292728-3E45-43AF-8FD0-2F3D5E9C2EEA}" destId="{AABF241C-85F7-463C-BA5B-61BD05BAFD3A}" srcOrd="4" destOrd="0" presId="urn:microsoft.com/office/officeart/2005/8/layout/vList2"/>
    <dgm:cxn modelId="{89211127-703C-49C1-8A08-92DC0058FFB6}" type="presParOf" srcId="{59292728-3E45-43AF-8FD0-2F3D5E9C2EEA}" destId="{F899D986-C652-4D41-ADEB-3E30453CCD1A}" srcOrd="5" destOrd="0" presId="urn:microsoft.com/office/officeart/2005/8/layout/vList2"/>
    <dgm:cxn modelId="{6B9C58DC-328E-4D47-98CD-ECEB2C2551F7}" type="presParOf" srcId="{59292728-3E45-43AF-8FD0-2F3D5E9C2EEA}" destId="{A3FD0DDE-8D35-4A34-9AE1-07756DA294E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0151D80-87EF-4B3D-B9BF-FA71C20D3BF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62F57AA-15AD-4212-BD74-3301732D1D13}">
      <dgm:prSet/>
      <dgm:spPr/>
      <dgm:t>
        <a:bodyPr/>
        <a:lstStyle/>
        <a:p>
          <a:r>
            <a:rPr lang="en-US"/>
            <a:t>Divide array into equal partitions for each processor.</a:t>
          </a:r>
        </a:p>
      </dgm:t>
    </dgm:pt>
    <dgm:pt modelId="{09E3FB40-E7F7-4C09-ACF8-3B1F7D092B8C}" type="parTrans" cxnId="{52C23499-2B83-411C-91E5-5D57B1802103}">
      <dgm:prSet/>
      <dgm:spPr/>
      <dgm:t>
        <a:bodyPr/>
        <a:lstStyle/>
        <a:p>
          <a:endParaRPr lang="en-US"/>
        </a:p>
      </dgm:t>
    </dgm:pt>
    <dgm:pt modelId="{BBD0A7FF-B30A-4E21-A11C-F625F4F5A1BA}" type="sibTrans" cxnId="{52C23499-2B83-411C-91E5-5D57B1802103}">
      <dgm:prSet/>
      <dgm:spPr/>
      <dgm:t>
        <a:bodyPr/>
        <a:lstStyle/>
        <a:p>
          <a:endParaRPr lang="en-US"/>
        </a:p>
      </dgm:t>
    </dgm:pt>
    <dgm:pt modelId="{0CD71983-05CD-490F-87C3-87C34A200B83}">
      <dgm:prSet/>
      <dgm:spPr/>
      <dgm:t>
        <a:bodyPr/>
        <a:lstStyle/>
        <a:p>
          <a:r>
            <a:rPr lang="en-US"/>
            <a:t>Each processor sorts its subarray independently (in parallel).</a:t>
          </a:r>
        </a:p>
      </dgm:t>
    </dgm:pt>
    <dgm:pt modelId="{43A51708-7AD8-4BF0-BD6E-AA0B3A93AB0E}" type="parTrans" cxnId="{B347D115-1803-4719-BC5B-785540F58D2D}">
      <dgm:prSet/>
      <dgm:spPr/>
      <dgm:t>
        <a:bodyPr/>
        <a:lstStyle/>
        <a:p>
          <a:endParaRPr lang="en-US"/>
        </a:p>
      </dgm:t>
    </dgm:pt>
    <dgm:pt modelId="{BFA0DDC4-2B23-4A83-AF01-816E25452218}" type="sibTrans" cxnId="{B347D115-1803-4719-BC5B-785540F58D2D}">
      <dgm:prSet/>
      <dgm:spPr/>
      <dgm:t>
        <a:bodyPr/>
        <a:lstStyle/>
        <a:p>
          <a:endParaRPr lang="en-US"/>
        </a:p>
      </dgm:t>
    </dgm:pt>
    <dgm:pt modelId="{16875F6B-7625-41C0-AFCF-55E41E72FF35}">
      <dgm:prSet/>
      <dgm:spPr/>
      <dgm:t>
        <a:bodyPr/>
        <a:lstStyle/>
        <a:p>
          <a:r>
            <a:rPr lang="en-US"/>
            <a:t>Parallel merging occurs in log₂(P) stages.</a:t>
          </a:r>
        </a:p>
      </dgm:t>
    </dgm:pt>
    <dgm:pt modelId="{44EE8150-036C-4CDF-AEE1-522DC1B5E8E2}" type="parTrans" cxnId="{588BE4A2-BB35-410F-9DE1-32FE7CCEFADF}">
      <dgm:prSet/>
      <dgm:spPr/>
      <dgm:t>
        <a:bodyPr/>
        <a:lstStyle/>
        <a:p>
          <a:endParaRPr lang="en-US"/>
        </a:p>
      </dgm:t>
    </dgm:pt>
    <dgm:pt modelId="{DD10282D-98D5-4402-A81B-5A8AA700B61E}" type="sibTrans" cxnId="{588BE4A2-BB35-410F-9DE1-32FE7CCEFADF}">
      <dgm:prSet/>
      <dgm:spPr/>
      <dgm:t>
        <a:bodyPr/>
        <a:lstStyle/>
        <a:p>
          <a:endParaRPr lang="en-US"/>
        </a:p>
      </dgm:t>
    </dgm:pt>
    <dgm:pt modelId="{42C76594-9850-44AA-9E04-283C9200526E}">
      <dgm:prSet/>
      <dgm:spPr/>
      <dgm:t>
        <a:bodyPr/>
        <a:lstStyle/>
        <a:p>
          <a:r>
            <a:rPr lang="en-US"/>
            <a:t>Time Complexity: O(n/P * log(n/P) + log P)</a:t>
          </a:r>
        </a:p>
      </dgm:t>
    </dgm:pt>
    <dgm:pt modelId="{23BB979C-A348-4517-B807-91F9B4528CAB}" type="parTrans" cxnId="{572F84E1-06F9-4BF5-9C6A-19CA40E6127A}">
      <dgm:prSet/>
      <dgm:spPr/>
      <dgm:t>
        <a:bodyPr/>
        <a:lstStyle/>
        <a:p>
          <a:endParaRPr lang="en-US"/>
        </a:p>
      </dgm:t>
    </dgm:pt>
    <dgm:pt modelId="{0CFA2251-BE7D-4289-9690-90F5EE917579}" type="sibTrans" cxnId="{572F84E1-06F9-4BF5-9C6A-19CA40E6127A}">
      <dgm:prSet/>
      <dgm:spPr/>
      <dgm:t>
        <a:bodyPr/>
        <a:lstStyle/>
        <a:p>
          <a:endParaRPr lang="en-US"/>
        </a:p>
      </dgm:t>
    </dgm:pt>
    <dgm:pt modelId="{DCD8091D-1C74-4A51-BBE0-BB9BAA9AA480}">
      <dgm:prSet/>
      <dgm:spPr/>
      <dgm:t>
        <a:bodyPr/>
        <a:lstStyle/>
        <a:p>
          <a:r>
            <a:rPr lang="en-US"/>
            <a:t>Efficient for shared-memory systems; merge phase is key bottleneck.</a:t>
          </a:r>
        </a:p>
      </dgm:t>
    </dgm:pt>
    <dgm:pt modelId="{B7B99F08-A15F-4312-903F-831D6E01BC87}" type="parTrans" cxnId="{A301D149-8BB8-44FA-AB9F-E144D7360837}">
      <dgm:prSet/>
      <dgm:spPr/>
      <dgm:t>
        <a:bodyPr/>
        <a:lstStyle/>
        <a:p>
          <a:endParaRPr lang="en-US"/>
        </a:p>
      </dgm:t>
    </dgm:pt>
    <dgm:pt modelId="{0DED046E-3E62-48A6-8EE3-E3244EB81341}" type="sibTrans" cxnId="{A301D149-8BB8-44FA-AB9F-E144D7360837}">
      <dgm:prSet/>
      <dgm:spPr/>
      <dgm:t>
        <a:bodyPr/>
        <a:lstStyle/>
        <a:p>
          <a:endParaRPr lang="en-US"/>
        </a:p>
      </dgm:t>
    </dgm:pt>
    <dgm:pt modelId="{E9052E9B-5249-452B-AA42-0D9CF57C92E7}" type="pres">
      <dgm:prSet presAssocID="{70151D80-87EF-4B3D-B9BF-FA71C20D3BFF}" presName="root" presStyleCnt="0">
        <dgm:presLayoutVars>
          <dgm:dir/>
          <dgm:resizeHandles val="exact"/>
        </dgm:presLayoutVars>
      </dgm:prSet>
      <dgm:spPr/>
    </dgm:pt>
    <dgm:pt modelId="{FAB1CF35-B016-4042-A21A-11604B41A851}" type="pres">
      <dgm:prSet presAssocID="{362F57AA-15AD-4212-BD74-3301732D1D13}" presName="compNode" presStyleCnt="0"/>
      <dgm:spPr/>
    </dgm:pt>
    <dgm:pt modelId="{804F4FE0-639E-41F3-BCD3-9001A121B9DD}" type="pres">
      <dgm:prSet presAssocID="{362F57AA-15AD-4212-BD74-3301732D1D13}" presName="bgRect" presStyleLbl="bgShp" presStyleIdx="0" presStyleCnt="5"/>
      <dgm:spPr/>
    </dgm:pt>
    <dgm:pt modelId="{02549172-A9EE-40B8-A150-86223B8EBAF5}" type="pres">
      <dgm:prSet presAssocID="{362F57AA-15AD-4212-BD74-3301732D1D1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FB81ECF4-F2C2-46EE-87EB-0C5E6B92B751}" type="pres">
      <dgm:prSet presAssocID="{362F57AA-15AD-4212-BD74-3301732D1D13}" presName="spaceRect" presStyleCnt="0"/>
      <dgm:spPr/>
    </dgm:pt>
    <dgm:pt modelId="{73B4867A-68A1-4FDE-97E6-DECA1B952760}" type="pres">
      <dgm:prSet presAssocID="{362F57AA-15AD-4212-BD74-3301732D1D13}" presName="parTx" presStyleLbl="revTx" presStyleIdx="0" presStyleCnt="5">
        <dgm:presLayoutVars>
          <dgm:chMax val="0"/>
          <dgm:chPref val="0"/>
        </dgm:presLayoutVars>
      </dgm:prSet>
      <dgm:spPr/>
    </dgm:pt>
    <dgm:pt modelId="{A48426C1-6516-463D-8964-8D99B298C2AE}" type="pres">
      <dgm:prSet presAssocID="{BBD0A7FF-B30A-4E21-A11C-F625F4F5A1BA}" presName="sibTrans" presStyleCnt="0"/>
      <dgm:spPr/>
    </dgm:pt>
    <dgm:pt modelId="{9FFA2D1A-37DE-456B-A020-4966D2098C9A}" type="pres">
      <dgm:prSet presAssocID="{0CD71983-05CD-490F-87C3-87C34A200B83}" presName="compNode" presStyleCnt="0"/>
      <dgm:spPr/>
    </dgm:pt>
    <dgm:pt modelId="{1D760ED0-A2A9-4654-A3B8-54B912F322BB}" type="pres">
      <dgm:prSet presAssocID="{0CD71983-05CD-490F-87C3-87C34A200B83}" presName="bgRect" presStyleLbl="bgShp" presStyleIdx="1" presStyleCnt="5"/>
      <dgm:spPr/>
    </dgm:pt>
    <dgm:pt modelId="{D1E52B3C-C183-4511-BFAF-B76ACFA42F10}" type="pres">
      <dgm:prSet presAssocID="{0CD71983-05CD-490F-87C3-87C34A200B8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46F1B2B6-FA8A-4613-B661-939174641207}" type="pres">
      <dgm:prSet presAssocID="{0CD71983-05CD-490F-87C3-87C34A200B83}" presName="spaceRect" presStyleCnt="0"/>
      <dgm:spPr/>
    </dgm:pt>
    <dgm:pt modelId="{1704CB6F-7AA6-4976-939C-AE842F30CF91}" type="pres">
      <dgm:prSet presAssocID="{0CD71983-05CD-490F-87C3-87C34A200B83}" presName="parTx" presStyleLbl="revTx" presStyleIdx="1" presStyleCnt="5">
        <dgm:presLayoutVars>
          <dgm:chMax val="0"/>
          <dgm:chPref val="0"/>
        </dgm:presLayoutVars>
      </dgm:prSet>
      <dgm:spPr/>
    </dgm:pt>
    <dgm:pt modelId="{9F7052B1-9B08-4205-9FB6-E0F5532E72B1}" type="pres">
      <dgm:prSet presAssocID="{BFA0DDC4-2B23-4A83-AF01-816E25452218}" presName="sibTrans" presStyleCnt="0"/>
      <dgm:spPr/>
    </dgm:pt>
    <dgm:pt modelId="{85FE10BE-7329-405B-8857-5DADC630189C}" type="pres">
      <dgm:prSet presAssocID="{16875F6B-7625-41C0-AFCF-55E41E72FF35}" presName="compNode" presStyleCnt="0"/>
      <dgm:spPr/>
    </dgm:pt>
    <dgm:pt modelId="{1779F758-DEF4-42DD-BE7A-BA22F6509DAE}" type="pres">
      <dgm:prSet presAssocID="{16875F6B-7625-41C0-AFCF-55E41E72FF35}" presName="bgRect" presStyleLbl="bgShp" presStyleIdx="2" presStyleCnt="5"/>
      <dgm:spPr/>
    </dgm:pt>
    <dgm:pt modelId="{F685477D-1FE7-4020-9656-8110CEA53E9C}" type="pres">
      <dgm:prSet presAssocID="{16875F6B-7625-41C0-AFCF-55E41E72FF3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88CD851F-46EE-4DFE-9455-1D34609D675B}" type="pres">
      <dgm:prSet presAssocID="{16875F6B-7625-41C0-AFCF-55E41E72FF35}" presName="spaceRect" presStyleCnt="0"/>
      <dgm:spPr/>
    </dgm:pt>
    <dgm:pt modelId="{E1A5F09C-7FD5-4550-A224-78E37F4C07C0}" type="pres">
      <dgm:prSet presAssocID="{16875F6B-7625-41C0-AFCF-55E41E72FF35}" presName="parTx" presStyleLbl="revTx" presStyleIdx="2" presStyleCnt="5">
        <dgm:presLayoutVars>
          <dgm:chMax val="0"/>
          <dgm:chPref val="0"/>
        </dgm:presLayoutVars>
      </dgm:prSet>
      <dgm:spPr/>
    </dgm:pt>
    <dgm:pt modelId="{545D2082-D467-4BE7-96FD-B2CA9C09E46D}" type="pres">
      <dgm:prSet presAssocID="{DD10282D-98D5-4402-A81B-5A8AA700B61E}" presName="sibTrans" presStyleCnt="0"/>
      <dgm:spPr/>
    </dgm:pt>
    <dgm:pt modelId="{B5FAF225-4722-4A46-AE43-90697E8B4950}" type="pres">
      <dgm:prSet presAssocID="{42C76594-9850-44AA-9E04-283C9200526E}" presName="compNode" presStyleCnt="0"/>
      <dgm:spPr/>
    </dgm:pt>
    <dgm:pt modelId="{FB70485E-C0E4-4F15-8FD6-BF9134F68ABF}" type="pres">
      <dgm:prSet presAssocID="{42C76594-9850-44AA-9E04-283C9200526E}" presName="bgRect" presStyleLbl="bgShp" presStyleIdx="3" presStyleCnt="5"/>
      <dgm:spPr/>
    </dgm:pt>
    <dgm:pt modelId="{F4ACD60B-EEF2-47DB-A373-E29D32466CAB}" type="pres">
      <dgm:prSet presAssocID="{42C76594-9850-44AA-9E04-283C9200526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7547A275-F153-4914-A006-C221BB1197F6}" type="pres">
      <dgm:prSet presAssocID="{42C76594-9850-44AA-9E04-283C9200526E}" presName="spaceRect" presStyleCnt="0"/>
      <dgm:spPr/>
    </dgm:pt>
    <dgm:pt modelId="{A7EAAECB-EC09-4222-88C2-E1D943AC9374}" type="pres">
      <dgm:prSet presAssocID="{42C76594-9850-44AA-9E04-283C9200526E}" presName="parTx" presStyleLbl="revTx" presStyleIdx="3" presStyleCnt="5">
        <dgm:presLayoutVars>
          <dgm:chMax val="0"/>
          <dgm:chPref val="0"/>
        </dgm:presLayoutVars>
      </dgm:prSet>
      <dgm:spPr/>
    </dgm:pt>
    <dgm:pt modelId="{954CA630-DCD6-4799-850E-0C81C646BD98}" type="pres">
      <dgm:prSet presAssocID="{0CFA2251-BE7D-4289-9690-90F5EE917579}" presName="sibTrans" presStyleCnt="0"/>
      <dgm:spPr/>
    </dgm:pt>
    <dgm:pt modelId="{A83093DD-C361-4184-8EA5-D6EE997EEC35}" type="pres">
      <dgm:prSet presAssocID="{DCD8091D-1C74-4A51-BBE0-BB9BAA9AA480}" presName="compNode" presStyleCnt="0"/>
      <dgm:spPr/>
    </dgm:pt>
    <dgm:pt modelId="{AFCF5A60-8D9E-4C57-9164-B9DE43E8B28E}" type="pres">
      <dgm:prSet presAssocID="{DCD8091D-1C74-4A51-BBE0-BB9BAA9AA480}" presName="bgRect" presStyleLbl="bgShp" presStyleIdx="4" presStyleCnt="5"/>
      <dgm:spPr/>
    </dgm:pt>
    <dgm:pt modelId="{7F0F21ED-C310-46D7-9D0E-D43822A25DAE}" type="pres">
      <dgm:prSet presAssocID="{DCD8091D-1C74-4A51-BBE0-BB9BAA9AA48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958C5BF3-227D-4C77-9DDF-A8B2CA23D32E}" type="pres">
      <dgm:prSet presAssocID="{DCD8091D-1C74-4A51-BBE0-BB9BAA9AA480}" presName="spaceRect" presStyleCnt="0"/>
      <dgm:spPr/>
    </dgm:pt>
    <dgm:pt modelId="{D28900E0-0CCE-4C37-A788-DDADAE849B5E}" type="pres">
      <dgm:prSet presAssocID="{DCD8091D-1C74-4A51-BBE0-BB9BAA9AA480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B347D115-1803-4719-BC5B-785540F58D2D}" srcId="{70151D80-87EF-4B3D-B9BF-FA71C20D3BFF}" destId="{0CD71983-05CD-490F-87C3-87C34A200B83}" srcOrd="1" destOrd="0" parTransId="{43A51708-7AD8-4BF0-BD6E-AA0B3A93AB0E}" sibTransId="{BFA0DDC4-2B23-4A83-AF01-816E25452218}"/>
    <dgm:cxn modelId="{A301D149-8BB8-44FA-AB9F-E144D7360837}" srcId="{70151D80-87EF-4B3D-B9BF-FA71C20D3BFF}" destId="{DCD8091D-1C74-4A51-BBE0-BB9BAA9AA480}" srcOrd="4" destOrd="0" parTransId="{B7B99F08-A15F-4312-903F-831D6E01BC87}" sibTransId="{0DED046E-3E62-48A6-8EE3-E3244EB81341}"/>
    <dgm:cxn modelId="{AA12D46C-F626-40BC-A35B-4DE1FC4480D0}" type="presOf" srcId="{0CD71983-05CD-490F-87C3-87C34A200B83}" destId="{1704CB6F-7AA6-4976-939C-AE842F30CF91}" srcOrd="0" destOrd="0" presId="urn:microsoft.com/office/officeart/2018/2/layout/IconVerticalSolidList"/>
    <dgm:cxn modelId="{6E7B6A8F-3E96-484D-B686-843D71A94314}" type="presOf" srcId="{42C76594-9850-44AA-9E04-283C9200526E}" destId="{A7EAAECB-EC09-4222-88C2-E1D943AC9374}" srcOrd="0" destOrd="0" presId="urn:microsoft.com/office/officeart/2018/2/layout/IconVerticalSolidList"/>
    <dgm:cxn modelId="{EC019B98-2F90-442A-8425-49E879F813F5}" type="presOf" srcId="{362F57AA-15AD-4212-BD74-3301732D1D13}" destId="{73B4867A-68A1-4FDE-97E6-DECA1B952760}" srcOrd="0" destOrd="0" presId="urn:microsoft.com/office/officeart/2018/2/layout/IconVerticalSolidList"/>
    <dgm:cxn modelId="{52C23499-2B83-411C-91E5-5D57B1802103}" srcId="{70151D80-87EF-4B3D-B9BF-FA71C20D3BFF}" destId="{362F57AA-15AD-4212-BD74-3301732D1D13}" srcOrd="0" destOrd="0" parTransId="{09E3FB40-E7F7-4C09-ACF8-3B1F7D092B8C}" sibTransId="{BBD0A7FF-B30A-4E21-A11C-F625F4F5A1BA}"/>
    <dgm:cxn modelId="{B0AD609F-188B-47B9-886A-E7DCD2D4A550}" type="presOf" srcId="{16875F6B-7625-41C0-AFCF-55E41E72FF35}" destId="{E1A5F09C-7FD5-4550-A224-78E37F4C07C0}" srcOrd="0" destOrd="0" presId="urn:microsoft.com/office/officeart/2018/2/layout/IconVerticalSolidList"/>
    <dgm:cxn modelId="{588BE4A2-BB35-410F-9DE1-32FE7CCEFADF}" srcId="{70151D80-87EF-4B3D-B9BF-FA71C20D3BFF}" destId="{16875F6B-7625-41C0-AFCF-55E41E72FF35}" srcOrd="2" destOrd="0" parTransId="{44EE8150-036C-4CDF-AEE1-522DC1B5E8E2}" sibTransId="{DD10282D-98D5-4402-A81B-5A8AA700B61E}"/>
    <dgm:cxn modelId="{DB1625B3-F3EB-49D6-84AA-ED28B058319A}" type="presOf" srcId="{DCD8091D-1C74-4A51-BBE0-BB9BAA9AA480}" destId="{D28900E0-0CCE-4C37-A788-DDADAE849B5E}" srcOrd="0" destOrd="0" presId="urn:microsoft.com/office/officeart/2018/2/layout/IconVerticalSolidList"/>
    <dgm:cxn modelId="{572F84E1-06F9-4BF5-9C6A-19CA40E6127A}" srcId="{70151D80-87EF-4B3D-B9BF-FA71C20D3BFF}" destId="{42C76594-9850-44AA-9E04-283C9200526E}" srcOrd="3" destOrd="0" parTransId="{23BB979C-A348-4517-B807-91F9B4528CAB}" sibTransId="{0CFA2251-BE7D-4289-9690-90F5EE917579}"/>
    <dgm:cxn modelId="{5AA3BAF7-5E88-4D0A-8811-2E895A5A36AF}" type="presOf" srcId="{70151D80-87EF-4B3D-B9BF-FA71C20D3BFF}" destId="{E9052E9B-5249-452B-AA42-0D9CF57C92E7}" srcOrd="0" destOrd="0" presId="urn:microsoft.com/office/officeart/2018/2/layout/IconVerticalSolidList"/>
    <dgm:cxn modelId="{ACDC52E9-2D0B-4F37-B6EE-2F9B9ADB9FD2}" type="presParOf" srcId="{E9052E9B-5249-452B-AA42-0D9CF57C92E7}" destId="{FAB1CF35-B016-4042-A21A-11604B41A851}" srcOrd="0" destOrd="0" presId="urn:microsoft.com/office/officeart/2018/2/layout/IconVerticalSolidList"/>
    <dgm:cxn modelId="{11990727-7751-43E0-B872-E45B680734C7}" type="presParOf" srcId="{FAB1CF35-B016-4042-A21A-11604B41A851}" destId="{804F4FE0-639E-41F3-BCD3-9001A121B9DD}" srcOrd="0" destOrd="0" presId="urn:microsoft.com/office/officeart/2018/2/layout/IconVerticalSolidList"/>
    <dgm:cxn modelId="{51257D4E-D358-4329-BD71-0467B2FD672B}" type="presParOf" srcId="{FAB1CF35-B016-4042-A21A-11604B41A851}" destId="{02549172-A9EE-40B8-A150-86223B8EBAF5}" srcOrd="1" destOrd="0" presId="urn:microsoft.com/office/officeart/2018/2/layout/IconVerticalSolidList"/>
    <dgm:cxn modelId="{D78FC498-265F-437D-9948-75A51BA9FD02}" type="presParOf" srcId="{FAB1CF35-B016-4042-A21A-11604B41A851}" destId="{FB81ECF4-F2C2-46EE-87EB-0C5E6B92B751}" srcOrd="2" destOrd="0" presId="urn:microsoft.com/office/officeart/2018/2/layout/IconVerticalSolidList"/>
    <dgm:cxn modelId="{90B1247C-A214-4FA7-A869-9DA5B8D46915}" type="presParOf" srcId="{FAB1CF35-B016-4042-A21A-11604B41A851}" destId="{73B4867A-68A1-4FDE-97E6-DECA1B952760}" srcOrd="3" destOrd="0" presId="urn:microsoft.com/office/officeart/2018/2/layout/IconVerticalSolidList"/>
    <dgm:cxn modelId="{4F5E7A94-4526-44C7-A671-B87E59658F16}" type="presParOf" srcId="{E9052E9B-5249-452B-AA42-0D9CF57C92E7}" destId="{A48426C1-6516-463D-8964-8D99B298C2AE}" srcOrd="1" destOrd="0" presId="urn:microsoft.com/office/officeart/2018/2/layout/IconVerticalSolidList"/>
    <dgm:cxn modelId="{ACCA2B0A-2D71-472A-BDA4-E9456F71DBA3}" type="presParOf" srcId="{E9052E9B-5249-452B-AA42-0D9CF57C92E7}" destId="{9FFA2D1A-37DE-456B-A020-4966D2098C9A}" srcOrd="2" destOrd="0" presId="urn:microsoft.com/office/officeart/2018/2/layout/IconVerticalSolidList"/>
    <dgm:cxn modelId="{C2C4A974-9B32-48B5-AA67-65BE43F9F0DD}" type="presParOf" srcId="{9FFA2D1A-37DE-456B-A020-4966D2098C9A}" destId="{1D760ED0-A2A9-4654-A3B8-54B912F322BB}" srcOrd="0" destOrd="0" presId="urn:microsoft.com/office/officeart/2018/2/layout/IconVerticalSolidList"/>
    <dgm:cxn modelId="{B07A974C-65F9-42E4-B0D1-D5988F4A993B}" type="presParOf" srcId="{9FFA2D1A-37DE-456B-A020-4966D2098C9A}" destId="{D1E52B3C-C183-4511-BFAF-B76ACFA42F10}" srcOrd="1" destOrd="0" presId="urn:microsoft.com/office/officeart/2018/2/layout/IconVerticalSolidList"/>
    <dgm:cxn modelId="{3C443B30-F7E0-432E-9706-1C34451FCD33}" type="presParOf" srcId="{9FFA2D1A-37DE-456B-A020-4966D2098C9A}" destId="{46F1B2B6-FA8A-4613-B661-939174641207}" srcOrd="2" destOrd="0" presId="urn:microsoft.com/office/officeart/2018/2/layout/IconVerticalSolidList"/>
    <dgm:cxn modelId="{444163FD-8E80-400C-89B8-931F38567709}" type="presParOf" srcId="{9FFA2D1A-37DE-456B-A020-4966D2098C9A}" destId="{1704CB6F-7AA6-4976-939C-AE842F30CF91}" srcOrd="3" destOrd="0" presId="urn:microsoft.com/office/officeart/2018/2/layout/IconVerticalSolidList"/>
    <dgm:cxn modelId="{B837305D-4E45-462A-A08B-8C4FFBCF7B24}" type="presParOf" srcId="{E9052E9B-5249-452B-AA42-0D9CF57C92E7}" destId="{9F7052B1-9B08-4205-9FB6-E0F5532E72B1}" srcOrd="3" destOrd="0" presId="urn:microsoft.com/office/officeart/2018/2/layout/IconVerticalSolidList"/>
    <dgm:cxn modelId="{5D46AEE1-9984-4139-8A4D-0FF654B10447}" type="presParOf" srcId="{E9052E9B-5249-452B-AA42-0D9CF57C92E7}" destId="{85FE10BE-7329-405B-8857-5DADC630189C}" srcOrd="4" destOrd="0" presId="urn:microsoft.com/office/officeart/2018/2/layout/IconVerticalSolidList"/>
    <dgm:cxn modelId="{7FFCC5B6-3367-4DE4-A0FD-B9AA3A157C88}" type="presParOf" srcId="{85FE10BE-7329-405B-8857-5DADC630189C}" destId="{1779F758-DEF4-42DD-BE7A-BA22F6509DAE}" srcOrd="0" destOrd="0" presId="urn:microsoft.com/office/officeart/2018/2/layout/IconVerticalSolidList"/>
    <dgm:cxn modelId="{8DF17051-8CB4-4A14-BBD0-C6948625942C}" type="presParOf" srcId="{85FE10BE-7329-405B-8857-5DADC630189C}" destId="{F685477D-1FE7-4020-9656-8110CEA53E9C}" srcOrd="1" destOrd="0" presId="urn:microsoft.com/office/officeart/2018/2/layout/IconVerticalSolidList"/>
    <dgm:cxn modelId="{7549006A-BC10-4227-8659-5FB883FB0D1C}" type="presParOf" srcId="{85FE10BE-7329-405B-8857-5DADC630189C}" destId="{88CD851F-46EE-4DFE-9455-1D34609D675B}" srcOrd="2" destOrd="0" presId="urn:microsoft.com/office/officeart/2018/2/layout/IconVerticalSolidList"/>
    <dgm:cxn modelId="{BA0BC6C6-DF94-4AA3-A4BD-1B664D7927CF}" type="presParOf" srcId="{85FE10BE-7329-405B-8857-5DADC630189C}" destId="{E1A5F09C-7FD5-4550-A224-78E37F4C07C0}" srcOrd="3" destOrd="0" presId="urn:microsoft.com/office/officeart/2018/2/layout/IconVerticalSolidList"/>
    <dgm:cxn modelId="{15DC4B2B-55AE-44FC-BD6A-E7282C27BE83}" type="presParOf" srcId="{E9052E9B-5249-452B-AA42-0D9CF57C92E7}" destId="{545D2082-D467-4BE7-96FD-B2CA9C09E46D}" srcOrd="5" destOrd="0" presId="urn:microsoft.com/office/officeart/2018/2/layout/IconVerticalSolidList"/>
    <dgm:cxn modelId="{BF441DCC-D4F1-4FF5-9C2E-074E555B950C}" type="presParOf" srcId="{E9052E9B-5249-452B-AA42-0D9CF57C92E7}" destId="{B5FAF225-4722-4A46-AE43-90697E8B4950}" srcOrd="6" destOrd="0" presId="urn:microsoft.com/office/officeart/2018/2/layout/IconVerticalSolidList"/>
    <dgm:cxn modelId="{7D37D17F-E764-4781-B4DD-B470A492D497}" type="presParOf" srcId="{B5FAF225-4722-4A46-AE43-90697E8B4950}" destId="{FB70485E-C0E4-4F15-8FD6-BF9134F68ABF}" srcOrd="0" destOrd="0" presId="urn:microsoft.com/office/officeart/2018/2/layout/IconVerticalSolidList"/>
    <dgm:cxn modelId="{90FD2FDC-52E2-4E03-8091-063E8FF15305}" type="presParOf" srcId="{B5FAF225-4722-4A46-AE43-90697E8B4950}" destId="{F4ACD60B-EEF2-47DB-A373-E29D32466CAB}" srcOrd="1" destOrd="0" presId="urn:microsoft.com/office/officeart/2018/2/layout/IconVerticalSolidList"/>
    <dgm:cxn modelId="{68C306EF-752A-4FD3-BB1F-7B1611DA965D}" type="presParOf" srcId="{B5FAF225-4722-4A46-AE43-90697E8B4950}" destId="{7547A275-F153-4914-A006-C221BB1197F6}" srcOrd="2" destOrd="0" presId="urn:microsoft.com/office/officeart/2018/2/layout/IconVerticalSolidList"/>
    <dgm:cxn modelId="{8FA8B505-7946-407F-A8E4-E6D1C41AC47A}" type="presParOf" srcId="{B5FAF225-4722-4A46-AE43-90697E8B4950}" destId="{A7EAAECB-EC09-4222-88C2-E1D943AC9374}" srcOrd="3" destOrd="0" presId="urn:microsoft.com/office/officeart/2018/2/layout/IconVerticalSolidList"/>
    <dgm:cxn modelId="{18384847-A77F-4050-A99C-48B1E7502134}" type="presParOf" srcId="{E9052E9B-5249-452B-AA42-0D9CF57C92E7}" destId="{954CA630-DCD6-4799-850E-0C81C646BD98}" srcOrd="7" destOrd="0" presId="urn:microsoft.com/office/officeart/2018/2/layout/IconVerticalSolidList"/>
    <dgm:cxn modelId="{3761E5B9-22CB-4247-9FBC-0CADDAC4518C}" type="presParOf" srcId="{E9052E9B-5249-452B-AA42-0D9CF57C92E7}" destId="{A83093DD-C361-4184-8EA5-D6EE997EEC35}" srcOrd="8" destOrd="0" presId="urn:microsoft.com/office/officeart/2018/2/layout/IconVerticalSolidList"/>
    <dgm:cxn modelId="{5BF43185-06D5-4FD8-840B-05D69AF8A459}" type="presParOf" srcId="{A83093DD-C361-4184-8EA5-D6EE997EEC35}" destId="{AFCF5A60-8D9E-4C57-9164-B9DE43E8B28E}" srcOrd="0" destOrd="0" presId="urn:microsoft.com/office/officeart/2018/2/layout/IconVerticalSolidList"/>
    <dgm:cxn modelId="{3BAD7508-1CE1-4A90-976E-3DD96B755B82}" type="presParOf" srcId="{A83093DD-C361-4184-8EA5-D6EE997EEC35}" destId="{7F0F21ED-C310-46D7-9D0E-D43822A25DAE}" srcOrd="1" destOrd="0" presId="urn:microsoft.com/office/officeart/2018/2/layout/IconVerticalSolidList"/>
    <dgm:cxn modelId="{7CC4839A-662F-41C8-8E8F-0B312DBC0236}" type="presParOf" srcId="{A83093DD-C361-4184-8EA5-D6EE997EEC35}" destId="{958C5BF3-227D-4C77-9DDF-A8B2CA23D32E}" srcOrd="2" destOrd="0" presId="urn:microsoft.com/office/officeart/2018/2/layout/IconVerticalSolidList"/>
    <dgm:cxn modelId="{B3742D4C-1135-4BB6-BE2A-3EE770CB0AC9}" type="presParOf" srcId="{A83093DD-C361-4184-8EA5-D6EE997EEC35}" destId="{D28900E0-0CCE-4C37-A788-DDADAE849B5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379E658-FE34-40C4-9E8B-AD594CEE27DA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5BA4F78-E4E7-4CFA-B1FF-1159E5B8CC25}">
      <dgm:prSet/>
      <dgm:spPr/>
      <dgm:t>
        <a:bodyPr/>
        <a:lstStyle/>
        <a:p>
          <a:r>
            <a:rPr lang="en-US"/>
            <a:t>Parallel pivot selection and partitioning.</a:t>
          </a:r>
        </a:p>
      </dgm:t>
    </dgm:pt>
    <dgm:pt modelId="{0F359538-22D4-4371-8F0C-94BD596A3D75}" type="parTrans" cxnId="{7A9A53AD-B855-44E7-B926-1B36A7E95E69}">
      <dgm:prSet/>
      <dgm:spPr/>
      <dgm:t>
        <a:bodyPr/>
        <a:lstStyle/>
        <a:p>
          <a:endParaRPr lang="en-US"/>
        </a:p>
      </dgm:t>
    </dgm:pt>
    <dgm:pt modelId="{54D2BDED-A6F9-4F62-999B-D5E2321D16F0}" type="sibTrans" cxnId="{7A9A53AD-B855-44E7-B926-1B36A7E95E69}">
      <dgm:prSet/>
      <dgm:spPr/>
      <dgm:t>
        <a:bodyPr/>
        <a:lstStyle/>
        <a:p>
          <a:endParaRPr lang="en-US"/>
        </a:p>
      </dgm:t>
    </dgm:pt>
    <dgm:pt modelId="{2C38A449-6628-47B1-8AB9-91D06D166BC3}">
      <dgm:prSet/>
      <dgm:spPr/>
      <dgm:t>
        <a:bodyPr/>
        <a:lstStyle/>
        <a:p>
          <a:r>
            <a:rPr lang="en-US"/>
            <a:t>Each partition is recursively sorted in parallel.</a:t>
          </a:r>
        </a:p>
      </dgm:t>
    </dgm:pt>
    <dgm:pt modelId="{899D97B2-3829-4F38-A315-82662B37CD8E}" type="parTrans" cxnId="{8294EE13-A36B-45B8-99A9-025A4CF77E80}">
      <dgm:prSet/>
      <dgm:spPr/>
      <dgm:t>
        <a:bodyPr/>
        <a:lstStyle/>
        <a:p>
          <a:endParaRPr lang="en-US"/>
        </a:p>
      </dgm:t>
    </dgm:pt>
    <dgm:pt modelId="{5F7145F8-3730-4BD6-B61F-52FFA9CA27F4}" type="sibTrans" cxnId="{8294EE13-A36B-45B8-99A9-025A4CF77E80}">
      <dgm:prSet/>
      <dgm:spPr/>
      <dgm:t>
        <a:bodyPr/>
        <a:lstStyle/>
        <a:p>
          <a:endParaRPr lang="en-US"/>
        </a:p>
      </dgm:t>
    </dgm:pt>
    <dgm:pt modelId="{FB189F79-C644-45B9-88E5-2136DC461779}">
      <dgm:prSet/>
      <dgm:spPr/>
      <dgm:t>
        <a:bodyPr/>
        <a:lstStyle/>
        <a:p>
          <a:r>
            <a:rPr lang="en-US"/>
            <a:t>Highly efficient with balanced partitioning.</a:t>
          </a:r>
        </a:p>
      </dgm:t>
    </dgm:pt>
    <dgm:pt modelId="{09436729-F11A-4126-9B01-30E66E597B19}" type="parTrans" cxnId="{DF7B2375-C614-4E05-B45B-DC9CFCA48E4A}">
      <dgm:prSet/>
      <dgm:spPr/>
      <dgm:t>
        <a:bodyPr/>
        <a:lstStyle/>
        <a:p>
          <a:endParaRPr lang="en-US"/>
        </a:p>
      </dgm:t>
    </dgm:pt>
    <dgm:pt modelId="{96AD7F6A-DAC9-44CB-9C33-0C23718A3691}" type="sibTrans" cxnId="{DF7B2375-C614-4E05-B45B-DC9CFCA48E4A}">
      <dgm:prSet/>
      <dgm:spPr/>
      <dgm:t>
        <a:bodyPr/>
        <a:lstStyle/>
        <a:p>
          <a:endParaRPr lang="en-US"/>
        </a:p>
      </dgm:t>
    </dgm:pt>
    <dgm:pt modelId="{D5CAEC67-1CB6-4FD4-862A-9E5BC7B1D05B}">
      <dgm:prSet/>
      <dgm:spPr/>
      <dgm:t>
        <a:bodyPr/>
        <a:lstStyle/>
        <a:p>
          <a:r>
            <a:rPr lang="en-US"/>
            <a:t>Time Complexity: O(n log n / P)</a:t>
          </a:r>
        </a:p>
      </dgm:t>
    </dgm:pt>
    <dgm:pt modelId="{313730F6-3016-49F2-B16F-30123431C91B}" type="parTrans" cxnId="{F520518B-9B8C-4BB0-BB9F-F0D721A74951}">
      <dgm:prSet/>
      <dgm:spPr/>
      <dgm:t>
        <a:bodyPr/>
        <a:lstStyle/>
        <a:p>
          <a:endParaRPr lang="en-US"/>
        </a:p>
      </dgm:t>
    </dgm:pt>
    <dgm:pt modelId="{E0DD327A-B866-435D-8848-32FBBA5AE942}" type="sibTrans" cxnId="{F520518B-9B8C-4BB0-BB9F-F0D721A74951}">
      <dgm:prSet/>
      <dgm:spPr/>
      <dgm:t>
        <a:bodyPr/>
        <a:lstStyle/>
        <a:p>
          <a:endParaRPr lang="en-US"/>
        </a:p>
      </dgm:t>
    </dgm:pt>
    <dgm:pt modelId="{41F071BC-F4AF-4C71-A846-FB70B5DB731D}">
      <dgm:prSet/>
      <dgm:spPr/>
      <dgm:t>
        <a:bodyPr/>
        <a:lstStyle/>
        <a:p>
          <a:r>
            <a:rPr lang="en-US"/>
            <a:t>In-place sorting with minimal memory overhead.</a:t>
          </a:r>
        </a:p>
      </dgm:t>
    </dgm:pt>
    <dgm:pt modelId="{BC1831F3-24EE-4D0E-837F-F5F1B8DAF62F}" type="parTrans" cxnId="{425F3F67-835B-44C6-9702-B84B8ADC4723}">
      <dgm:prSet/>
      <dgm:spPr/>
      <dgm:t>
        <a:bodyPr/>
        <a:lstStyle/>
        <a:p>
          <a:endParaRPr lang="en-US"/>
        </a:p>
      </dgm:t>
    </dgm:pt>
    <dgm:pt modelId="{61745BF8-BBFB-45FA-A5BD-D2CD327DE660}" type="sibTrans" cxnId="{425F3F67-835B-44C6-9702-B84B8ADC4723}">
      <dgm:prSet/>
      <dgm:spPr/>
      <dgm:t>
        <a:bodyPr/>
        <a:lstStyle/>
        <a:p>
          <a:endParaRPr lang="en-US"/>
        </a:p>
      </dgm:t>
    </dgm:pt>
    <dgm:pt modelId="{E23D7705-1D17-40A1-A73A-5046F6DF21C2}" type="pres">
      <dgm:prSet presAssocID="{5379E658-FE34-40C4-9E8B-AD594CEE27DA}" presName="linear" presStyleCnt="0">
        <dgm:presLayoutVars>
          <dgm:animLvl val="lvl"/>
          <dgm:resizeHandles val="exact"/>
        </dgm:presLayoutVars>
      </dgm:prSet>
      <dgm:spPr/>
    </dgm:pt>
    <dgm:pt modelId="{817E3793-2606-423A-ADA2-65F380D22D00}" type="pres">
      <dgm:prSet presAssocID="{65BA4F78-E4E7-4CFA-B1FF-1159E5B8CC2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92182F2-B481-4857-816D-89FF537D06E2}" type="pres">
      <dgm:prSet presAssocID="{54D2BDED-A6F9-4F62-999B-D5E2321D16F0}" presName="spacer" presStyleCnt="0"/>
      <dgm:spPr/>
    </dgm:pt>
    <dgm:pt modelId="{640D441B-2EDB-41FC-8B4D-224A80C8EA4D}" type="pres">
      <dgm:prSet presAssocID="{2C38A449-6628-47B1-8AB9-91D06D166BC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AE1C4D6-7383-4C86-8515-4EE78656771F}" type="pres">
      <dgm:prSet presAssocID="{5F7145F8-3730-4BD6-B61F-52FFA9CA27F4}" presName="spacer" presStyleCnt="0"/>
      <dgm:spPr/>
    </dgm:pt>
    <dgm:pt modelId="{6CE42001-04B1-48CC-AC1F-0BB0BB325072}" type="pres">
      <dgm:prSet presAssocID="{FB189F79-C644-45B9-88E5-2136DC46177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D8B6D7B-DA12-4193-8EF1-89F4494A838E}" type="pres">
      <dgm:prSet presAssocID="{96AD7F6A-DAC9-44CB-9C33-0C23718A3691}" presName="spacer" presStyleCnt="0"/>
      <dgm:spPr/>
    </dgm:pt>
    <dgm:pt modelId="{E2C94EAD-C36B-4542-9CDA-BFA52AE6764D}" type="pres">
      <dgm:prSet presAssocID="{D5CAEC67-1CB6-4FD4-862A-9E5BC7B1D05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447B88F-9116-46A3-8F9B-D1BBAC5FAA47}" type="pres">
      <dgm:prSet presAssocID="{E0DD327A-B866-435D-8848-32FBBA5AE942}" presName="spacer" presStyleCnt="0"/>
      <dgm:spPr/>
    </dgm:pt>
    <dgm:pt modelId="{B4DF2E3D-BDFA-4AE7-AF3D-2A553F6E3279}" type="pres">
      <dgm:prSet presAssocID="{41F071BC-F4AF-4C71-A846-FB70B5DB731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294EE13-A36B-45B8-99A9-025A4CF77E80}" srcId="{5379E658-FE34-40C4-9E8B-AD594CEE27DA}" destId="{2C38A449-6628-47B1-8AB9-91D06D166BC3}" srcOrd="1" destOrd="0" parTransId="{899D97B2-3829-4F38-A315-82662B37CD8E}" sibTransId="{5F7145F8-3730-4BD6-B61F-52FFA9CA27F4}"/>
    <dgm:cxn modelId="{425F3F67-835B-44C6-9702-B84B8ADC4723}" srcId="{5379E658-FE34-40C4-9E8B-AD594CEE27DA}" destId="{41F071BC-F4AF-4C71-A846-FB70B5DB731D}" srcOrd="4" destOrd="0" parTransId="{BC1831F3-24EE-4D0E-837F-F5F1B8DAF62F}" sibTransId="{61745BF8-BBFB-45FA-A5BD-D2CD327DE660}"/>
    <dgm:cxn modelId="{E0EB5C71-B1C1-4363-A9C0-0334F2AD1BE4}" type="presOf" srcId="{D5CAEC67-1CB6-4FD4-862A-9E5BC7B1D05B}" destId="{E2C94EAD-C36B-4542-9CDA-BFA52AE6764D}" srcOrd="0" destOrd="0" presId="urn:microsoft.com/office/officeart/2005/8/layout/vList2"/>
    <dgm:cxn modelId="{DF7B2375-C614-4E05-B45B-DC9CFCA48E4A}" srcId="{5379E658-FE34-40C4-9E8B-AD594CEE27DA}" destId="{FB189F79-C644-45B9-88E5-2136DC461779}" srcOrd="2" destOrd="0" parTransId="{09436729-F11A-4126-9B01-30E66E597B19}" sibTransId="{96AD7F6A-DAC9-44CB-9C33-0C23718A3691}"/>
    <dgm:cxn modelId="{F520518B-9B8C-4BB0-BB9F-F0D721A74951}" srcId="{5379E658-FE34-40C4-9E8B-AD594CEE27DA}" destId="{D5CAEC67-1CB6-4FD4-862A-9E5BC7B1D05B}" srcOrd="3" destOrd="0" parTransId="{313730F6-3016-49F2-B16F-30123431C91B}" sibTransId="{E0DD327A-B866-435D-8848-32FBBA5AE942}"/>
    <dgm:cxn modelId="{1DABE190-2F54-4976-87D1-7D4B9C68EEAA}" type="presOf" srcId="{FB189F79-C644-45B9-88E5-2136DC461779}" destId="{6CE42001-04B1-48CC-AC1F-0BB0BB325072}" srcOrd="0" destOrd="0" presId="urn:microsoft.com/office/officeart/2005/8/layout/vList2"/>
    <dgm:cxn modelId="{290B0591-D1ED-409E-8418-984FCAA71076}" type="presOf" srcId="{2C38A449-6628-47B1-8AB9-91D06D166BC3}" destId="{640D441B-2EDB-41FC-8B4D-224A80C8EA4D}" srcOrd="0" destOrd="0" presId="urn:microsoft.com/office/officeart/2005/8/layout/vList2"/>
    <dgm:cxn modelId="{E9A12196-B546-47D3-B5F2-95265136F3B2}" type="presOf" srcId="{41F071BC-F4AF-4C71-A846-FB70B5DB731D}" destId="{B4DF2E3D-BDFA-4AE7-AF3D-2A553F6E3279}" srcOrd="0" destOrd="0" presId="urn:microsoft.com/office/officeart/2005/8/layout/vList2"/>
    <dgm:cxn modelId="{598E19AB-A9C1-4FFF-AEFD-8FF61AD8F8DD}" type="presOf" srcId="{5379E658-FE34-40C4-9E8B-AD594CEE27DA}" destId="{E23D7705-1D17-40A1-A73A-5046F6DF21C2}" srcOrd="0" destOrd="0" presId="urn:microsoft.com/office/officeart/2005/8/layout/vList2"/>
    <dgm:cxn modelId="{7A9A53AD-B855-44E7-B926-1B36A7E95E69}" srcId="{5379E658-FE34-40C4-9E8B-AD594CEE27DA}" destId="{65BA4F78-E4E7-4CFA-B1FF-1159E5B8CC25}" srcOrd="0" destOrd="0" parTransId="{0F359538-22D4-4371-8F0C-94BD596A3D75}" sibTransId="{54D2BDED-A6F9-4F62-999B-D5E2321D16F0}"/>
    <dgm:cxn modelId="{2AA409B8-0287-441B-8CDA-CAEA08122D92}" type="presOf" srcId="{65BA4F78-E4E7-4CFA-B1FF-1159E5B8CC25}" destId="{817E3793-2606-423A-ADA2-65F380D22D00}" srcOrd="0" destOrd="0" presId="urn:microsoft.com/office/officeart/2005/8/layout/vList2"/>
    <dgm:cxn modelId="{55C83133-09F0-43CD-BEEB-636833FA15E7}" type="presParOf" srcId="{E23D7705-1D17-40A1-A73A-5046F6DF21C2}" destId="{817E3793-2606-423A-ADA2-65F380D22D00}" srcOrd="0" destOrd="0" presId="urn:microsoft.com/office/officeart/2005/8/layout/vList2"/>
    <dgm:cxn modelId="{40654958-C28C-4B28-9509-21C193EF02D7}" type="presParOf" srcId="{E23D7705-1D17-40A1-A73A-5046F6DF21C2}" destId="{C92182F2-B481-4857-816D-89FF537D06E2}" srcOrd="1" destOrd="0" presId="urn:microsoft.com/office/officeart/2005/8/layout/vList2"/>
    <dgm:cxn modelId="{7456A399-1BCA-4601-94A8-0935A8A3411C}" type="presParOf" srcId="{E23D7705-1D17-40A1-A73A-5046F6DF21C2}" destId="{640D441B-2EDB-41FC-8B4D-224A80C8EA4D}" srcOrd="2" destOrd="0" presId="urn:microsoft.com/office/officeart/2005/8/layout/vList2"/>
    <dgm:cxn modelId="{7BD919B1-A4A8-4213-A1BE-3E9BC6F585E0}" type="presParOf" srcId="{E23D7705-1D17-40A1-A73A-5046F6DF21C2}" destId="{DAE1C4D6-7383-4C86-8515-4EE78656771F}" srcOrd="3" destOrd="0" presId="urn:microsoft.com/office/officeart/2005/8/layout/vList2"/>
    <dgm:cxn modelId="{FF06886D-371A-4A54-AC18-19F06DE2ED21}" type="presParOf" srcId="{E23D7705-1D17-40A1-A73A-5046F6DF21C2}" destId="{6CE42001-04B1-48CC-AC1F-0BB0BB325072}" srcOrd="4" destOrd="0" presId="urn:microsoft.com/office/officeart/2005/8/layout/vList2"/>
    <dgm:cxn modelId="{A9549DA6-1A28-4D38-8C3A-DC4E922D220B}" type="presParOf" srcId="{E23D7705-1D17-40A1-A73A-5046F6DF21C2}" destId="{6D8B6D7B-DA12-4193-8EF1-89F4494A838E}" srcOrd="5" destOrd="0" presId="urn:microsoft.com/office/officeart/2005/8/layout/vList2"/>
    <dgm:cxn modelId="{FE21E064-35B8-46B6-8299-BA0E935E3342}" type="presParOf" srcId="{E23D7705-1D17-40A1-A73A-5046F6DF21C2}" destId="{E2C94EAD-C36B-4542-9CDA-BFA52AE6764D}" srcOrd="6" destOrd="0" presId="urn:microsoft.com/office/officeart/2005/8/layout/vList2"/>
    <dgm:cxn modelId="{115CB3AA-53F8-4565-A69C-C356874AE316}" type="presParOf" srcId="{E23D7705-1D17-40A1-A73A-5046F6DF21C2}" destId="{6447B88F-9116-46A3-8F9B-D1BBAC5FAA47}" srcOrd="7" destOrd="0" presId="urn:microsoft.com/office/officeart/2005/8/layout/vList2"/>
    <dgm:cxn modelId="{544E7F0B-1770-4391-8D56-7A53DA42A75B}" type="presParOf" srcId="{E23D7705-1D17-40A1-A73A-5046F6DF21C2}" destId="{B4DF2E3D-BDFA-4AE7-AF3D-2A553F6E327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3CA166-12EC-41ED-B9F8-EF7FEF1ADA5E}">
      <dsp:nvSpPr>
        <dsp:cNvPr id="0" name=""/>
        <dsp:cNvSpPr/>
      </dsp:nvSpPr>
      <dsp:spPr>
        <a:xfrm>
          <a:off x="0" y="17135"/>
          <a:ext cx="7306056" cy="57563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Comparison-Based Algorithms:</a:t>
          </a:r>
          <a:endParaRPr lang="en-US" sz="2400" kern="1200"/>
        </a:p>
      </dsp:txBody>
      <dsp:txXfrm>
        <a:off x="28100" y="45235"/>
        <a:ext cx="7249856" cy="519439"/>
      </dsp:txXfrm>
    </dsp:sp>
    <dsp:sp modelId="{C9A6EE3C-8FE5-4C82-B34B-8EA622D584F8}">
      <dsp:nvSpPr>
        <dsp:cNvPr id="0" name=""/>
        <dsp:cNvSpPr/>
      </dsp:nvSpPr>
      <dsp:spPr>
        <a:xfrm>
          <a:off x="0" y="592775"/>
          <a:ext cx="7306056" cy="1937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1967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0" i="0" kern="1200" baseline="0"/>
            <a:t>Operate similarly to traditional sort algorithms.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0" i="0" kern="1200" baseline="0"/>
            <a:t>Examples:</a:t>
          </a:r>
          <a:endParaRPr lang="en-US" sz="1900" kern="120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0" i="0" kern="1200" baseline="0"/>
            <a:t>Parallel Merge Sort</a:t>
          </a:r>
          <a:endParaRPr lang="en-US" sz="1900" kern="120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0" i="0" kern="1200" baseline="0"/>
            <a:t>Parallel QuickSort</a:t>
          </a:r>
          <a:endParaRPr lang="en-US" sz="1900" kern="120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0" i="0" kern="1200" baseline="0"/>
            <a:t>Bitonic Sort</a:t>
          </a:r>
          <a:endParaRPr lang="en-US" sz="1900" kern="120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0" i="0" kern="1200" baseline="0"/>
            <a:t>Sample Sort</a:t>
          </a:r>
          <a:endParaRPr lang="en-US" sz="1900" kern="1200"/>
        </a:p>
      </dsp:txBody>
      <dsp:txXfrm>
        <a:off x="0" y="592775"/>
        <a:ext cx="7306056" cy="1937520"/>
      </dsp:txXfrm>
    </dsp:sp>
    <dsp:sp modelId="{9F5805CD-9C57-4186-A86A-9139926E5562}">
      <dsp:nvSpPr>
        <dsp:cNvPr id="0" name=""/>
        <dsp:cNvSpPr/>
      </dsp:nvSpPr>
      <dsp:spPr>
        <a:xfrm>
          <a:off x="0" y="2530296"/>
          <a:ext cx="7306056" cy="575639"/>
        </a:xfrm>
        <a:prstGeom prst="roundRect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Non-Comparison-Based Algorithms:</a:t>
          </a:r>
          <a:endParaRPr lang="en-US" sz="2400" kern="1200"/>
        </a:p>
      </dsp:txBody>
      <dsp:txXfrm>
        <a:off x="28100" y="2558396"/>
        <a:ext cx="7249856" cy="519439"/>
      </dsp:txXfrm>
    </dsp:sp>
    <dsp:sp modelId="{57B139B8-A292-46A2-BFA3-76BC3EAC89A0}">
      <dsp:nvSpPr>
        <dsp:cNvPr id="0" name=""/>
        <dsp:cNvSpPr/>
      </dsp:nvSpPr>
      <dsp:spPr>
        <a:xfrm>
          <a:off x="0" y="3105936"/>
          <a:ext cx="7306056" cy="1887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1967" tIns="30480" rIns="170688" bIns="30480" numCol="1" spcCol="1270" anchor="t" anchorCtr="0">
          <a:noAutofit/>
        </a:bodyPr>
        <a:lstStyle/>
        <a:p>
          <a:pPr marL="171450" lvl="1" indent="0" algn="just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0" i="0" kern="1200" baseline="0" dirty="0"/>
            <a:t>Use data characteristics (e.g., value ranges, bit representations).</a:t>
          </a:r>
          <a:endParaRPr lang="en-US" sz="1900" kern="1200" dirty="0"/>
        </a:p>
        <a:p>
          <a:pPr marL="171450" lvl="1" indent="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0" i="0" kern="1200" baseline="0" dirty="0"/>
            <a:t>Examples:</a:t>
          </a:r>
          <a:endParaRPr lang="en-US" sz="1900" kern="1200" dirty="0"/>
        </a:p>
        <a:p>
          <a:pPr marL="573088" lvl="1" indent="-231775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0" i="0" kern="1200" baseline="0" dirty="0"/>
            <a:t>Parallel Radix Sort</a:t>
          </a:r>
          <a:endParaRPr lang="en-US" sz="1900" kern="1200" dirty="0"/>
        </a:p>
        <a:p>
          <a:pPr marL="573088" lvl="1" indent="-231775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0" i="0" kern="1200" baseline="0" dirty="0"/>
            <a:t>Counting Sort (for integer data)</a:t>
          </a:r>
          <a:endParaRPr lang="en-US" sz="1900" kern="1200" dirty="0"/>
        </a:p>
        <a:p>
          <a:pPr marL="573088" lvl="1" indent="-231775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0" i="0" kern="1200" baseline="0" dirty="0"/>
            <a:t>Bucket Sort</a:t>
          </a:r>
          <a:endParaRPr lang="en-US" sz="1900" kern="1200" dirty="0"/>
        </a:p>
      </dsp:txBody>
      <dsp:txXfrm>
        <a:off x="0" y="3105936"/>
        <a:ext cx="7306056" cy="18878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27C1C8-BA3E-4C3E-B2C3-AE2A920BC39B}">
      <dsp:nvSpPr>
        <dsp:cNvPr id="0" name=""/>
        <dsp:cNvSpPr/>
      </dsp:nvSpPr>
      <dsp:spPr>
        <a:xfrm>
          <a:off x="0" y="72936"/>
          <a:ext cx="7306056" cy="11536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i="0" kern="1200" baseline="0"/>
            <a:t>Small Datasets / Few Processors:</a:t>
          </a:r>
          <a:r>
            <a:rPr lang="en-US" sz="2900" b="0" i="0" kern="1200" baseline="0"/>
            <a:t> Parallel Merge Sort or QuickSort</a:t>
          </a:r>
          <a:endParaRPr lang="en-US" sz="2900" kern="1200"/>
        </a:p>
      </dsp:txBody>
      <dsp:txXfrm>
        <a:off x="56315" y="129251"/>
        <a:ext cx="7193426" cy="1040990"/>
      </dsp:txXfrm>
    </dsp:sp>
    <dsp:sp modelId="{B620D10D-5961-4ADD-83E3-AE2022F8705F}">
      <dsp:nvSpPr>
        <dsp:cNvPr id="0" name=""/>
        <dsp:cNvSpPr/>
      </dsp:nvSpPr>
      <dsp:spPr>
        <a:xfrm>
          <a:off x="0" y="1310076"/>
          <a:ext cx="7306056" cy="1153620"/>
        </a:xfrm>
        <a:prstGeom prst="roundRect">
          <a:avLst/>
        </a:prstGeom>
        <a:solidFill>
          <a:schemeClr val="accent2">
            <a:hueOff val="-3456336"/>
            <a:satOff val="-6803"/>
            <a:lumOff val="424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i="0" kern="1200" baseline="0"/>
            <a:t>Sorted Input / Fixed Patterns:</a:t>
          </a:r>
          <a:r>
            <a:rPr lang="en-US" sz="2900" b="0" i="0" kern="1200" baseline="0"/>
            <a:t> Bitonic Sort</a:t>
          </a:r>
          <a:endParaRPr lang="en-US" sz="2900" kern="1200"/>
        </a:p>
      </dsp:txBody>
      <dsp:txXfrm>
        <a:off x="56315" y="1366391"/>
        <a:ext cx="7193426" cy="1040990"/>
      </dsp:txXfrm>
    </dsp:sp>
    <dsp:sp modelId="{AABF241C-85F7-463C-BA5B-61BD05BAFD3A}">
      <dsp:nvSpPr>
        <dsp:cNvPr id="0" name=""/>
        <dsp:cNvSpPr/>
      </dsp:nvSpPr>
      <dsp:spPr>
        <a:xfrm>
          <a:off x="0" y="2547216"/>
          <a:ext cx="7306056" cy="1153620"/>
        </a:xfrm>
        <a:prstGeom prst="roundRect">
          <a:avLst/>
        </a:prstGeom>
        <a:solidFill>
          <a:schemeClr val="accent2">
            <a:hueOff val="-6912672"/>
            <a:satOff val="-13605"/>
            <a:lumOff val="849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i="0" kern="1200" baseline="0"/>
            <a:t>Numeric Input / GPU Systems:</a:t>
          </a:r>
          <a:r>
            <a:rPr lang="en-US" sz="2900" b="0" i="0" kern="1200" baseline="0"/>
            <a:t> Radix Sort</a:t>
          </a:r>
          <a:endParaRPr lang="en-US" sz="2900" kern="1200"/>
        </a:p>
      </dsp:txBody>
      <dsp:txXfrm>
        <a:off x="56315" y="2603531"/>
        <a:ext cx="7193426" cy="1040990"/>
      </dsp:txXfrm>
    </dsp:sp>
    <dsp:sp modelId="{A3FD0DDE-8D35-4A34-9AE1-07756DA294EE}">
      <dsp:nvSpPr>
        <dsp:cNvPr id="0" name=""/>
        <dsp:cNvSpPr/>
      </dsp:nvSpPr>
      <dsp:spPr>
        <a:xfrm>
          <a:off x="0" y="3784356"/>
          <a:ext cx="7306056" cy="1153620"/>
        </a:xfrm>
        <a:prstGeom prst="roundRect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i="0" kern="1200" baseline="0"/>
            <a:t>Massive Datasets in Clusters:</a:t>
          </a:r>
          <a:r>
            <a:rPr lang="en-US" sz="2900" b="0" i="0" kern="1200" baseline="0"/>
            <a:t> Sample Sort with MPI</a:t>
          </a:r>
          <a:endParaRPr lang="en-US" sz="2900" kern="1200"/>
        </a:p>
      </dsp:txBody>
      <dsp:txXfrm>
        <a:off x="56315" y="3840671"/>
        <a:ext cx="7193426" cy="10409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4F4FE0-639E-41F3-BCD3-9001A121B9DD}">
      <dsp:nvSpPr>
        <dsp:cNvPr id="0" name=""/>
        <dsp:cNvSpPr/>
      </dsp:nvSpPr>
      <dsp:spPr>
        <a:xfrm>
          <a:off x="0" y="3914"/>
          <a:ext cx="7306056" cy="8338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549172-A9EE-40B8-A150-86223B8EBAF5}">
      <dsp:nvSpPr>
        <dsp:cNvPr id="0" name=""/>
        <dsp:cNvSpPr/>
      </dsp:nvSpPr>
      <dsp:spPr>
        <a:xfrm>
          <a:off x="252238" y="191530"/>
          <a:ext cx="458615" cy="4586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B4867A-68A1-4FDE-97E6-DECA1B952760}">
      <dsp:nvSpPr>
        <dsp:cNvPr id="0" name=""/>
        <dsp:cNvSpPr/>
      </dsp:nvSpPr>
      <dsp:spPr>
        <a:xfrm>
          <a:off x="963093" y="3914"/>
          <a:ext cx="6342962" cy="833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249" tIns="88249" rIns="88249" bIns="8824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Divide array into equal partitions for each processor.</a:t>
          </a:r>
        </a:p>
      </dsp:txBody>
      <dsp:txXfrm>
        <a:off x="963093" y="3914"/>
        <a:ext cx="6342962" cy="833847"/>
      </dsp:txXfrm>
    </dsp:sp>
    <dsp:sp modelId="{1D760ED0-A2A9-4654-A3B8-54B912F322BB}">
      <dsp:nvSpPr>
        <dsp:cNvPr id="0" name=""/>
        <dsp:cNvSpPr/>
      </dsp:nvSpPr>
      <dsp:spPr>
        <a:xfrm>
          <a:off x="0" y="1046223"/>
          <a:ext cx="7306056" cy="8338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E52B3C-C183-4511-BFAF-B76ACFA42F10}">
      <dsp:nvSpPr>
        <dsp:cNvPr id="0" name=""/>
        <dsp:cNvSpPr/>
      </dsp:nvSpPr>
      <dsp:spPr>
        <a:xfrm>
          <a:off x="252238" y="1233839"/>
          <a:ext cx="458615" cy="45861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04CB6F-7AA6-4976-939C-AE842F30CF91}">
      <dsp:nvSpPr>
        <dsp:cNvPr id="0" name=""/>
        <dsp:cNvSpPr/>
      </dsp:nvSpPr>
      <dsp:spPr>
        <a:xfrm>
          <a:off x="963093" y="1046223"/>
          <a:ext cx="6342962" cy="833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249" tIns="88249" rIns="88249" bIns="8824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Each processor sorts its subarray independently (in parallel).</a:t>
          </a:r>
        </a:p>
      </dsp:txBody>
      <dsp:txXfrm>
        <a:off x="963093" y="1046223"/>
        <a:ext cx="6342962" cy="833847"/>
      </dsp:txXfrm>
    </dsp:sp>
    <dsp:sp modelId="{1779F758-DEF4-42DD-BE7A-BA22F6509DAE}">
      <dsp:nvSpPr>
        <dsp:cNvPr id="0" name=""/>
        <dsp:cNvSpPr/>
      </dsp:nvSpPr>
      <dsp:spPr>
        <a:xfrm>
          <a:off x="0" y="2088532"/>
          <a:ext cx="7306056" cy="8338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85477D-1FE7-4020-9656-8110CEA53E9C}">
      <dsp:nvSpPr>
        <dsp:cNvPr id="0" name=""/>
        <dsp:cNvSpPr/>
      </dsp:nvSpPr>
      <dsp:spPr>
        <a:xfrm>
          <a:off x="252238" y="2276148"/>
          <a:ext cx="458615" cy="45861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A5F09C-7FD5-4550-A224-78E37F4C07C0}">
      <dsp:nvSpPr>
        <dsp:cNvPr id="0" name=""/>
        <dsp:cNvSpPr/>
      </dsp:nvSpPr>
      <dsp:spPr>
        <a:xfrm>
          <a:off x="963093" y="2088532"/>
          <a:ext cx="6342962" cy="833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249" tIns="88249" rIns="88249" bIns="8824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Parallel merging occurs in log₂(P) stages.</a:t>
          </a:r>
        </a:p>
      </dsp:txBody>
      <dsp:txXfrm>
        <a:off x="963093" y="2088532"/>
        <a:ext cx="6342962" cy="833847"/>
      </dsp:txXfrm>
    </dsp:sp>
    <dsp:sp modelId="{FB70485E-C0E4-4F15-8FD6-BF9134F68ABF}">
      <dsp:nvSpPr>
        <dsp:cNvPr id="0" name=""/>
        <dsp:cNvSpPr/>
      </dsp:nvSpPr>
      <dsp:spPr>
        <a:xfrm>
          <a:off x="0" y="3130841"/>
          <a:ext cx="7306056" cy="8338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ACD60B-EEF2-47DB-A373-E29D32466CAB}">
      <dsp:nvSpPr>
        <dsp:cNvPr id="0" name=""/>
        <dsp:cNvSpPr/>
      </dsp:nvSpPr>
      <dsp:spPr>
        <a:xfrm>
          <a:off x="252238" y="3318456"/>
          <a:ext cx="458615" cy="45861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EAAECB-EC09-4222-88C2-E1D943AC9374}">
      <dsp:nvSpPr>
        <dsp:cNvPr id="0" name=""/>
        <dsp:cNvSpPr/>
      </dsp:nvSpPr>
      <dsp:spPr>
        <a:xfrm>
          <a:off x="963093" y="3130841"/>
          <a:ext cx="6342962" cy="833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249" tIns="88249" rIns="88249" bIns="8824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Time Complexity: O(n/P * log(n/P) + log P)</a:t>
          </a:r>
        </a:p>
      </dsp:txBody>
      <dsp:txXfrm>
        <a:off x="963093" y="3130841"/>
        <a:ext cx="6342962" cy="833847"/>
      </dsp:txXfrm>
    </dsp:sp>
    <dsp:sp modelId="{AFCF5A60-8D9E-4C57-9164-B9DE43E8B28E}">
      <dsp:nvSpPr>
        <dsp:cNvPr id="0" name=""/>
        <dsp:cNvSpPr/>
      </dsp:nvSpPr>
      <dsp:spPr>
        <a:xfrm>
          <a:off x="0" y="4173150"/>
          <a:ext cx="7306056" cy="8338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0F21ED-C310-46D7-9D0E-D43822A25DAE}">
      <dsp:nvSpPr>
        <dsp:cNvPr id="0" name=""/>
        <dsp:cNvSpPr/>
      </dsp:nvSpPr>
      <dsp:spPr>
        <a:xfrm>
          <a:off x="252238" y="4360765"/>
          <a:ext cx="458615" cy="45861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8900E0-0CCE-4C37-A788-DDADAE849B5E}">
      <dsp:nvSpPr>
        <dsp:cNvPr id="0" name=""/>
        <dsp:cNvSpPr/>
      </dsp:nvSpPr>
      <dsp:spPr>
        <a:xfrm>
          <a:off x="963093" y="4173150"/>
          <a:ext cx="6342962" cy="833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249" tIns="88249" rIns="88249" bIns="8824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Efficient for shared-memory systems; merge phase is key bottleneck.</a:t>
          </a:r>
        </a:p>
      </dsp:txBody>
      <dsp:txXfrm>
        <a:off x="963093" y="4173150"/>
        <a:ext cx="6342962" cy="83384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7E3793-2606-423A-ADA2-65F380D22D00}">
      <dsp:nvSpPr>
        <dsp:cNvPr id="0" name=""/>
        <dsp:cNvSpPr/>
      </dsp:nvSpPr>
      <dsp:spPr>
        <a:xfrm>
          <a:off x="0" y="32610"/>
          <a:ext cx="5175384" cy="1034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Parallel pivot selection and partitioning.</a:t>
          </a:r>
        </a:p>
      </dsp:txBody>
      <dsp:txXfrm>
        <a:off x="50489" y="83099"/>
        <a:ext cx="5074406" cy="933302"/>
      </dsp:txXfrm>
    </dsp:sp>
    <dsp:sp modelId="{640D441B-2EDB-41FC-8B4D-224A80C8EA4D}">
      <dsp:nvSpPr>
        <dsp:cNvPr id="0" name=""/>
        <dsp:cNvSpPr/>
      </dsp:nvSpPr>
      <dsp:spPr>
        <a:xfrm>
          <a:off x="0" y="1141770"/>
          <a:ext cx="5175384" cy="103428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Each partition is recursively sorted in parallel.</a:t>
          </a:r>
        </a:p>
      </dsp:txBody>
      <dsp:txXfrm>
        <a:off x="50489" y="1192259"/>
        <a:ext cx="5074406" cy="933302"/>
      </dsp:txXfrm>
    </dsp:sp>
    <dsp:sp modelId="{6CE42001-04B1-48CC-AC1F-0BB0BB325072}">
      <dsp:nvSpPr>
        <dsp:cNvPr id="0" name=""/>
        <dsp:cNvSpPr/>
      </dsp:nvSpPr>
      <dsp:spPr>
        <a:xfrm>
          <a:off x="0" y="2250930"/>
          <a:ext cx="5175384" cy="10342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Highly efficient with balanced partitioning.</a:t>
          </a:r>
        </a:p>
      </dsp:txBody>
      <dsp:txXfrm>
        <a:off x="50489" y="2301419"/>
        <a:ext cx="5074406" cy="933302"/>
      </dsp:txXfrm>
    </dsp:sp>
    <dsp:sp modelId="{E2C94EAD-C36B-4542-9CDA-BFA52AE6764D}">
      <dsp:nvSpPr>
        <dsp:cNvPr id="0" name=""/>
        <dsp:cNvSpPr/>
      </dsp:nvSpPr>
      <dsp:spPr>
        <a:xfrm>
          <a:off x="0" y="3360090"/>
          <a:ext cx="5175384" cy="10342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Time Complexity: O(n log n / P)</a:t>
          </a:r>
        </a:p>
      </dsp:txBody>
      <dsp:txXfrm>
        <a:off x="50489" y="3410579"/>
        <a:ext cx="5074406" cy="933302"/>
      </dsp:txXfrm>
    </dsp:sp>
    <dsp:sp modelId="{B4DF2E3D-BDFA-4AE7-AF3D-2A553F6E3279}">
      <dsp:nvSpPr>
        <dsp:cNvPr id="0" name=""/>
        <dsp:cNvSpPr/>
      </dsp:nvSpPr>
      <dsp:spPr>
        <a:xfrm>
          <a:off x="0" y="4469250"/>
          <a:ext cx="5175384" cy="103428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In-place sorting with minimal memory overhead.</a:t>
          </a:r>
        </a:p>
      </dsp:txBody>
      <dsp:txXfrm>
        <a:off x="50489" y="4519739"/>
        <a:ext cx="5074406" cy="9333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798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486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979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994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549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519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539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125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299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687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157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268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7811DB-BC7D-3C1F-228D-92D31D52F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A4B48B-E34A-6CCF-2D04-F699B7204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en-US" sz="4000"/>
              <a:t>Categories of Parallel Sorting Algorithms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8EEB27-9249-8B3A-C8C2-18F9DC48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482CAC-96FF-EBE5-E97D-0BE2B8A51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23C01A92-8DEC-1B2B-AA81-0E71C90B0D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1642856"/>
              </p:ext>
            </p:extLst>
          </p:nvPr>
        </p:nvGraphicFramePr>
        <p:xfrm>
          <a:off x="4389120" y="978408"/>
          <a:ext cx="7306056" cy="501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6460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F680E2-E933-3B5D-FAFE-427B8C7E4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E06F35-FF02-377F-DA74-B029092FA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en-US" sz="4000"/>
              <a:t>When to Use Which Algorithm?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8EEB27-9249-8B3A-C8C2-18F9DC48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482CAC-96FF-EBE5-E97D-0BE2B8A51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97FFC6CB-D612-8B61-0A3C-521D7E0DC1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8634674"/>
              </p:ext>
            </p:extLst>
          </p:nvPr>
        </p:nvGraphicFramePr>
        <p:xfrm>
          <a:off x="4389120" y="978408"/>
          <a:ext cx="7306056" cy="501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5418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en-US" sz="4000"/>
              <a:t>Parallel Merge Sort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8EEB27-9249-8B3A-C8C2-18F9DC48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482CAC-96FF-EBE5-E97D-0BE2B8A51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3B4DF086-5776-1070-DC89-025777782E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3711946"/>
              </p:ext>
            </p:extLst>
          </p:nvPr>
        </p:nvGraphicFramePr>
        <p:xfrm>
          <a:off x="4389120" y="978408"/>
          <a:ext cx="7306056" cy="501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arallel Merge Sort Algorithm. Introduction | by Rachit Vasudeva | Medium">
            <a:extLst>
              <a:ext uri="{FF2B5EF4-FFF2-40B4-BE49-F238E27FC236}">
                <a16:creationId xmlns:a16="http://schemas.microsoft.com/office/drawing/2014/main" id="{D80270B6-9E46-BA54-14F4-D29658222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8204" y="296798"/>
            <a:ext cx="8984436" cy="5872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1478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9973" y="640823"/>
            <a:ext cx="3374271" cy="5583148"/>
          </a:xfrm>
        </p:spPr>
        <p:txBody>
          <a:bodyPr anchor="ctr">
            <a:normAutofit/>
          </a:bodyPr>
          <a:lstStyle/>
          <a:p>
            <a:r>
              <a:rPr lang="en-US" sz="4700" dirty="0"/>
              <a:t>Parallel </a:t>
            </a:r>
            <a:r>
              <a:rPr lang="en-US" sz="4700" dirty="0" err="1"/>
              <a:t>QuickSort</a:t>
            </a:r>
            <a:endParaRPr lang="en-US" sz="47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0E25AD2-2FAC-0947-C159-136DAEB92AD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010013" y="640823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5F0FA-3BD0-8F7E-0BBE-AF9AED87D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-112734"/>
            <a:ext cx="8229600" cy="50104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Solved Example 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4E51BD-DE01-2692-9A21-A7CE67B36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651036"/>
            <a:ext cx="8680704" cy="6206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375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8646F-40E6-E4A4-6302-E65EBCC8A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-97536"/>
            <a:ext cx="8229600" cy="53644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Solved Example 2</a:t>
            </a:r>
          </a:p>
        </p:txBody>
      </p:sp>
      <p:pic>
        <p:nvPicPr>
          <p:cNvPr id="3074" name="Picture 2" descr="Sorting Algorithms (Quick Sort, Merge Sort) | DSA Tutorials">
            <a:extLst>
              <a:ext uri="{FF2B5EF4-FFF2-40B4-BE49-F238E27FC236}">
                <a16:creationId xmlns:a16="http://schemas.microsoft.com/office/drawing/2014/main" id="{E3FE6377-75D2-90AE-BC6F-D9C19C10AA7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6434" y="771144"/>
            <a:ext cx="8543836" cy="5373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7113037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208</Words>
  <Application>Microsoft Office PowerPoint</Application>
  <PresentationFormat>Widescreen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Bierstadt</vt:lpstr>
      <vt:lpstr>GestaltVTI</vt:lpstr>
      <vt:lpstr>Categories of Parallel Sorting Algorithms</vt:lpstr>
      <vt:lpstr>When to Use Which Algorithm?</vt:lpstr>
      <vt:lpstr>Parallel Merge Sort</vt:lpstr>
      <vt:lpstr>PowerPoint Presentation</vt:lpstr>
      <vt:lpstr>Parallel QuickSort</vt:lpstr>
      <vt:lpstr>Solved Example 1</vt:lpstr>
      <vt:lpstr>Solved Example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Akbar</dc:creator>
  <cp:lastModifiedBy>Ali Akbar</cp:lastModifiedBy>
  <cp:revision>1</cp:revision>
  <dcterms:created xsi:type="dcterms:W3CDTF">2025-05-20T00:38:29Z</dcterms:created>
  <dcterms:modified xsi:type="dcterms:W3CDTF">2025-12-15T10:57:13Z</dcterms:modified>
</cp:coreProperties>
</file>